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8.xml" ContentType="application/inkml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64" r:id="rId1"/>
  </p:sldMasterIdLst>
  <p:notesMasterIdLst>
    <p:notesMasterId r:id="rId50"/>
  </p:notesMasterIdLst>
  <p:sldIdLst>
    <p:sldId id="289" r:id="rId2"/>
    <p:sldId id="409" r:id="rId3"/>
    <p:sldId id="341" r:id="rId4"/>
    <p:sldId id="411" r:id="rId5"/>
    <p:sldId id="342" r:id="rId6"/>
    <p:sldId id="412" r:id="rId7"/>
    <p:sldId id="343" r:id="rId8"/>
    <p:sldId id="356" r:id="rId9"/>
    <p:sldId id="345" r:id="rId10"/>
    <p:sldId id="336" r:id="rId11"/>
    <p:sldId id="292" r:id="rId12"/>
    <p:sldId id="293" r:id="rId13"/>
    <p:sldId id="294" r:id="rId14"/>
    <p:sldId id="413" r:id="rId15"/>
    <p:sldId id="403" r:id="rId16"/>
    <p:sldId id="298" r:id="rId17"/>
    <p:sldId id="303" r:id="rId18"/>
    <p:sldId id="305" r:id="rId19"/>
    <p:sldId id="302" r:id="rId20"/>
    <p:sldId id="304" r:id="rId21"/>
    <p:sldId id="299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7" r:id="rId32"/>
    <p:sldId id="328" r:id="rId33"/>
    <p:sldId id="329" r:id="rId34"/>
    <p:sldId id="404" r:id="rId35"/>
    <p:sldId id="331" r:id="rId36"/>
    <p:sldId id="353" r:id="rId37"/>
    <p:sldId id="405" r:id="rId38"/>
    <p:sldId id="332" r:id="rId39"/>
    <p:sldId id="387" r:id="rId40"/>
    <p:sldId id="330" r:id="rId41"/>
    <p:sldId id="389" r:id="rId42"/>
    <p:sldId id="390" r:id="rId43"/>
    <p:sldId id="391" r:id="rId44"/>
    <p:sldId id="392" r:id="rId45"/>
    <p:sldId id="393" r:id="rId46"/>
    <p:sldId id="402" r:id="rId47"/>
    <p:sldId id="290" r:id="rId48"/>
    <p:sldId id="414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653"/>
    <a:srgbClr val="343441"/>
    <a:srgbClr val="8323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00"/>
    <p:restoredTop sz="94726"/>
  </p:normalViewPr>
  <p:slideViewPr>
    <p:cSldViewPr snapToGrid="0">
      <p:cViewPr varScale="1">
        <p:scale>
          <a:sx n="120" d="100"/>
          <a:sy n="120" d="100"/>
        </p:scale>
        <p:origin x="1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Chai" userId="1324968a148d377f" providerId="LiveId" clId="{0D201CA0-4486-FC42-9661-912B6D7357CB}"/>
    <pc:docChg chg="undo custSel addSld delSld modSld">
      <pc:chgData name="Henry Chai" userId="1324968a148d377f" providerId="LiveId" clId="{0D201CA0-4486-FC42-9661-912B6D7357CB}" dt="2024-01-11T18:54:31.576" v="22" actId="2696"/>
      <pc:docMkLst>
        <pc:docMk/>
      </pc:docMkLst>
      <pc:sldChg chg="addSp delSp modSp del">
        <pc:chgData name="Henry Chai" userId="1324968a148d377f" providerId="LiveId" clId="{0D201CA0-4486-FC42-9661-912B6D7357CB}" dt="2024-01-11T18:48:09.646" v="15" actId="2696"/>
        <pc:sldMkLst>
          <pc:docMk/>
          <pc:sldMk cId="499850516" sldId="408"/>
        </pc:sldMkLst>
        <pc:graphicFrameChg chg="add del mod">
          <ac:chgData name="Henry Chai" userId="1324968a148d377f" providerId="LiveId" clId="{0D201CA0-4486-FC42-9661-912B6D7357CB}" dt="2024-01-11T18:43:19.042" v="4" actId="478"/>
          <ac:graphicFrameMkLst>
            <pc:docMk/>
            <pc:sldMk cId="499850516" sldId="408"/>
            <ac:graphicFrameMk id="4" creationId="{34B4CE90-539D-7AC9-C074-9D995C5B652E}"/>
          </ac:graphicFrameMkLst>
        </pc:graphicFrameChg>
        <pc:graphicFrameChg chg="add del mod">
          <ac:chgData name="Henry Chai" userId="1324968a148d377f" providerId="LiveId" clId="{0D201CA0-4486-FC42-9661-912B6D7357CB}" dt="2024-01-11T18:44:19.073" v="7" actId="478"/>
          <ac:graphicFrameMkLst>
            <pc:docMk/>
            <pc:sldMk cId="499850516" sldId="408"/>
            <ac:graphicFrameMk id="6" creationId="{3E7C247C-CD3F-CBAC-5570-E9BF311B14F0}"/>
          </ac:graphicFrameMkLst>
        </pc:graphicFrameChg>
        <pc:graphicFrameChg chg="add del mod">
          <ac:chgData name="Henry Chai" userId="1324968a148d377f" providerId="LiveId" clId="{0D201CA0-4486-FC42-9661-912B6D7357CB}" dt="2024-01-11T18:48:05.018" v="14" actId="478"/>
          <ac:graphicFrameMkLst>
            <pc:docMk/>
            <pc:sldMk cId="499850516" sldId="408"/>
            <ac:graphicFrameMk id="7" creationId="{4156FB94-E4A4-BDB8-A509-23EFF8B4F733}"/>
          </ac:graphicFrameMkLst>
        </pc:graphicFrameChg>
        <pc:picChg chg="del">
          <ac:chgData name="Henry Chai" userId="1324968a148d377f" providerId="LiveId" clId="{0D201CA0-4486-FC42-9661-912B6D7357CB}" dt="2024-01-11T18:45:47.355" v="11" actId="478"/>
          <ac:picMkLst>
            <pc:docMk/>
            <pc:sldMk cId="499850516" sldId="408"/>
            <ac:picMk id="5" creationId="{6AD08E33-5C8E-E21A-7E9A-120CB00C52EC}"/>
          </ac:picMkLst>
        </pc:picChg>
      </pc:sldChg>
      <pc:sldChg chg="addSp delSp modSp new del">
        <pc:chgData name="Henry Chai" userId="1324968a148d377f" providerId="LiveId" clId="{0D201CA0-4486-FC42-9661-912B6D7357CB}" dt="2024-01-11T18:54:31.576" v="22" actId="2696"/>
        <pc:sldMkLst>
          <pc:docMk/>
          <pc:sldMk cId="2062827352" sldId="408"/>
        </pc:sldMkLst>
        <pc:spChg chg="del">
          <ac:chgData name="Henry Chai" userId="1324968a148d377f" providerId="LiveId" clId="{0D201CA0-4486-FC42-9661-912B6D7357CB}" dt="2024-01-11T18:48:25.051" v="17"/>
          <ac:spMkLst>
            <pc:docMk/>
            <pc:sldMk cId="2062827352" sldId="408"/>
            <ac:spMk id="3" creationId="{FCCE1BCE-135A-450A-2ECB-A2D8F37F9679}"/>
          </ac:spMkLst>
        </pc:spChg>
        <pc:spChg chg="add del mod">
          <ac:chgData name="Henry Chai" userId="1324968a148d377f" providerId="LiveId" clId="{0D201CA0-4486-FC42-9661-912B6D7357CB}" dt="2024-01-11T18:51:59.205" v="21"/>
          <ac:spMkLst>
            <pc:docMk/>
            <pc:sldMk cId="2062827352" sldId="408"/>
            <ac:spMk id="9" creationId="{B3B01C93-D6D0-A6DA-651A-3F2F3CB98D1E}"/>
          </ac:spMkLst>
        </pc:spChg>
        <pc:graphicFrameChg chg="add del mod ord">
          <ac:chgData name="Henry Chai" userId="1324968a148d377f" providerId="LiveId" clId="{0D201CA0-4486-FC42-9661-912B6D7357CB}" dt="2024-01-11T18:51:53.495" v="20" actId="478"/>
          <ac:graphicFrameMkLst>
            <pc:docMk/>
            <pc:sldMk cId="2062827352" sldId="408"/>
            <ac:graphicFrameMk id="6" creationId="{3F9A7773-9BD1-FA48-6770-BAFA1822D39D}"/>
          </ac:graphicFrameMkLst>
        </pc:graphicFrameChg>
        <pc:graphicFrameChg chg="add del">
          <ac:chgData name="Henry Chai" userId="1324968a148d377f" providerId="LiveId" clId="{0D201CA0-4486-FC42-9661-912B6D7357CB}" dt="2024-01-11T18:51:51.012" v="19" actId="478"/>
          <ac:graphicFrameMkLst>
            <pc:docMk/>
            <pc:sldMk cId="2062827352" sldId="408"/>
            <ac:graphicFrameMk id="7" creationId="{A1F3122A-927C-5AF2-7B8C-9C4DD2DFCF03}"/>
          </ac:graphicFrameMkLst>
        </pc:graphicFrameChg>
        <pc:graphicFrameChg chg="add mod ord">
          <ac:chgData name="Henry Chai" userId="1324968a148d377f" providerId="LiveId" clId="{0D201CA0-4486-FC42-9661-912B6D7357CB}" dt="2024-01-11T18:51:59.205" v="21"/>
          <ac:graphicFrameMkLst>
            <pc:docMk/>
            <pc:sldMk cId="2062827352" sldId="408"/>
            <ac:graphicFrameMk id="10" creationId="{05141DFE-3461-382A-EFB2-8AF60ADE6A2C}"/>
          </ac:graphicFrameMkLst>
        </pc:graphicFrameChg>
      </pc:sldChg>
    </pc:docChg>
  </pc:docChgLst>
  <pc:docChgLst>
    <pc:chgData name="Henry Chai" userId="1324968a148d377f" providerId="LiveId" clId="{37C45195-7B4D-4340-9B5D-8A2DC09C07AF}"/>
    <pc:docChg chg="undo custSel addSld modSld sldOrd">
      <pc:chgData name="Henry Chai" userId="1324968a148d377f" providerId="LiveId" clId="{37C45195-7B4D-4340-9B5D-8A2DC09C07AF}" dt="2024-01-15T19:49:09.779" v="44"/>
      <pc:docMkLst>
        <pc:docMk/>
      </pc:docMkLst>
      <pc:sldChg chg="modSp mod">
        <pc:chgData name="Henry Chai" userId="1324968a148d377f" providerId="LiveId" clId="{37C45195-7B4D-4340-9B5D-8A2DC09C07AF}" dt="2024-01-15T19:49:01.904" v="43" actId="20577"/>
        <pc:sldMkLst>
          <pc:docMk/>
          <pc:sldMk cId="4530844" sldId="289"/>
        </pc:sldMkLst>
        <pc:spChg chg="mod">
          <ac:chgData name="Henry Chai" userId="1324968a148d377f" providerId="LiveId" clId="{37C45195-7B4D-4340-9B5D-8A2DC09C07AF}" dt="2024-01-15T19:49:01.904" v="43" actId="20577"/>
          <ac:spMkLst>
            <pc:docMk/>
            <pc:sldMk cId="4530844" sldId="289"/>
            <ac:spMk id="3" creationId="{CF64D391-F12B-3340-A433-D04F696B9272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964581808" sldId="290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964581808" sldId="290"/>
            <ac:spMk id="5" creationId="{917AF87A-FF3D-A4C7-31AF-2941CB1AEB45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639999034" sldId="292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639999034" sldId="292"/>
            <ac:spMk id="5" creationId="{BBB79B6E-369A-B104-74DF-8E2172D8C5A4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831393250" sldId="293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831393250" sldId="293"/>
            <ac:spMk id="5" creationId="{9A5EE845-9B70-2DFB-F0C3-85C5A1EAFE1C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718368534" sldId="294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718368534" sldId="294"/>
            <ac:spMk id="5" creationId="{9A5EE845-9B70-2DFB-F0C3-85C5A1EAFE1C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973425466" sldId="298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973425466" sldId="298"/>
            <ac:spMk id="5" creationId="{15B7C4CC-2B96-032E-3138-2B67D0D7367A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886058435" sldId="299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886058435" sldId="299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848418700" sldId="302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848418700" sldId="302"/>
            <ac:spMk id="5" creationId="{15B7C4CC-2B96-032E-3138-2B67D0D7367A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973908794" sldId="303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973908794" sldId="303"/>
            <ac:spMk id="5" creationId="{15B7C4CC-2B96-032E-3138-2B67D0D7367A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861377859" sldId="304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861377859" sldId="304"/>
            <ac:spMk id="5" creationId="{15B7C4CC-2B96-032E-3138-2B67D0D7367A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993939162" sldId="305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993939162" sldId="305"/>
            <ac:spMk id="5" creationId="{15B7C4CC-2B96-032E-3138-2B67D0D7367A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223213168" sldId="311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223213168" sldId="311"/>
            <ac:spMk id="5" creationId="{C5E396D3-55FF-3B3E-7A28-86B02193F2EF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870002525" sldId="312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870002525" sldId="312"/>
            <ac:spMk id="5" creationId="{C5E396D3-55FF-3B3E-7A28-86B02193F2EF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4288462099" sldId="315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4288462099" sldId="315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4171227044" sldId="316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4171227044" sldId="316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091973154" sldId="317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091973154" sldId="317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898963730" sldId="318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898963730" sldId="318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787765471" sldId="319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787765471" sldId="319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920828570" sldId="320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920828570" sldId="320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800637822" sldId="321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800637822" sldId="321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838282662" sldId="322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838282662" sldId="322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309380747" sldId="323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309380747" sldId="323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054219354" sldId="327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054219354" sldId="327"/>
            <ac:spMk id="5" creationId="{DA64CAF8-AC9B-9B69-E074-57C36B8D91BB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141732320" sldId="328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141732320" sldId="328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603903081" sldId="329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603903081" sldId="329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4076372476" sldId="330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4076372476" sldId="330"/>
            <ac:spMk id="9" creationId="{BD2DF319-F93E-FCCB-22A9-3DE6D98EDADF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84043233" sldId="331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84043233" sldId="331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423266239" sldId="332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423266239" sldId="332"/>
            <ac:spMk id="3" creationId="{971CF9D4-9F8D-08EE-B410-79D4DACDE695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836984161" sldId="333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836984161" sldId="333"/>
            <ac:spMk id="5" creationId="{9A5EE845-9B70-2DFB-F0C3-85C5A1EAFE1C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643611240" sldId="334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643611240" sldId="334"/>
            <ac:spMk id="5" creationId="{9A5EE845-9B70-2DFB-F0C3-85C5A1EAFE1C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472001897" sldId="335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472001897" sldId="335"/>
            <ac:spMk id="5" creationId="{EFA9DF86-A93C-CE53-C049-4BA76CE4B2A8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978983674" sldId="336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978983674" sldId="336"/>
            <ac:spMk id="5" creationId="{55D69031-1B98-462A-AE95-9AB2A5958852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78881476" sldId="339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78881476" sldId="339"/>
            <ac:spMk id="5" creationId="{AEBEAC3C-EBD7-1DA2-FFF6-955138EEF2C3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223253208" sldId="340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223253208" sldId="340"/>
            <ac:spMk id="5" creationId="{8D05FAF4-3426-D742-7CE3-BF60B006CA75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4129793875" sldId="341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4129793875" sldId="341"/>
            <ac:spMk id="5" creationId="{7C337D58-23B6-2F4A-688B-EAC986B8A9D8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888676593" sldId="342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888676593" sldId="342"/>
            <ac:spMk id="5" creationId="{3981952D-8F60-CD71-8868-90840640818B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94228648" sldId="343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94228648" sldId="343"/>
            <ac:spMk id="5" creationId="{3981952D-8F60-CD71-8868-90840640818B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661846566" sldId="345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661846566" sldId="345"/>
            <ac:spMk id="5" creationId="{F732A75D-14BC-96E9-E4FB-B76D35489451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805259367" sldId="347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805259367" sldId="347"/>
            <ac:spMk id="5" creationId="{057D5233-F802-3801-8411-3E9192C3DAD5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657522636" sldId="353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657522636" sldId="353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559331041" sldId="356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559331041" sldId="356"/>
            <ac:spMk id="5" creationId="{3981952D-8F60-CD71-8868-90840640818B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296076184" sldId="387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296076184" sldId="387"/>
            <ac:spMk id="3" creationId="{E5AFBA12-1727-3FFC-4AF9-968996A3530A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623705590" sldId="389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623705590" sldId="389"/>
            <ac:spMk id="11" creationId="{0297DD67-4621-6572-F6AC-E0E8721B4118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433243184" sldId="390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433243184" sldId="390"/>
            <ac:spMk id="11" creationId="{860EF6AA-CBB3-7CC3-FBE3-C74A5FDB1B03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2051986562" sldId="391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2051986562" sldId="391"/>
            <ac:spMk id="6" creationId="{AF7DD159-3A4A-B735-D28A-77AB0F62D4B9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664256180" sldId="392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664256180" sldId="392"/>
            <ac:spMk id="6" creationId="{A8391DF9-E625-F610-B0EE-57E1D94566A1}"/>
          </ac:spMkLst>
        </pc:spChg>
      </pc:sldChg>
      <pc:sldChg chg="addSp delSp mod">
        <pc:chgData name="Henry Chai" userId="1324968a148d377f" providerId="LiveId" clId="{37C45195-7B4D-4340-9B5D-8A2DC09C07AF}" dt="2024-01-15T19:49:09.779" v="44"/>
        <pc:sldMkLst>
          <pc:docMk/>
          <pc:sldMk cId="1143859960" sldId="393"/>
        </pc:sldMkLst>
        <pc:spChg chg="add del">
          <ac:chgData name="Henry Chai" userId="1324968a148d377f" providerId="LiveId" clId="{37C45195-7B4D-4340-9B5D-8A2DC09C07AF}" dt="2024-01-11T21:21:31.326" v="23" actId="478"/>
          <ac:spMkLst>
            <pc:docMk/>
            <pc:sldMk cId="1143859960" sldId="393"/>
            <ac:spMk id="5" creationId="{DE29117F-93AD-5C94-521C-A33A284BC1C2}"/>
          </ac:spMkLst>
        </pc:spChg>
        <pc:spChg chg="del">
          <ac:chgData name="Henry Chai" userId="1324968a148d377f" providerId="LiveId" clId="{37C45195-7B4D-4340-9B5D-8A2DC09C07AF}" dt="2024-01-15T19:49:09.779" v="44"/>
          <ac:spMkLst>
            <pc:docMk/>
            <pc:sldMk cId="1143859960" sldId="393"/>
            <ac:spMk id="18" creationId="{1265419A-F1FC-A9DA-4653-94F3982E6AB0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8900021" sldId="402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8900021" sldId="402"/>
            <ac:spMk id="6" creationId="{CEE5C09F-37AA-32DA-24F0-1499F0504F10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178529158" sldId="403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178529158" sldId="403"/>
            <ac:spMk id="5" creationId="{1FDAA7BF-A99E-DA05-B000-E928710FFA08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1939762831" sldId="404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1939762831" sldId="404"/>
            <ac:spMk id="5" creationId="{8C2BC575-66E0-45A5-4162-1D1B22B62C47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557590392" sldId="405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557590392" sldId="405"/>
            <ac:spMk id="5" creationId="{8C2BC575-66E0-45A5-4162-1D1B22B62C47}"/>
          </ac:spMkLst>
        </pc:spChg>
      </pc:sldChg>
      <pc:sldChg chg="delSp mod">
        <pc:chgData name="Henry Chai" userId="1324968a148d377f" providerId="LiveId" clId="{37C45195-7B4D-4340-9B5D-8A2DC09C07AF}" dt="2024-01-15T19:49:09.779" v="44"/>
        <pc:sldMkLst>
          <pc:docMk/>
          <pc:sldMk cId="3221171294" sldId="406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221171294" sldId="406"/>
            <ac:spMk id="5" creationId="{9A5EE845-9B70-2DFB-F0C3-85C5A1EAFE1C}"/>
          </ac:spMkLst>
        </pc:spChg>
        <pc:spChg chg="del">
          <ac:chgData name="Henry Chai" userId="1324968a148d377f" providerId="LiveId" clId="{37C45195-7B4D-4340-9B5D-8A2DC09C07AF}" dt="2024-01-11T18:40:23.443" v="21" actId="478"/>
          <ac:spMkLst>
            <pc:docMk/>
            <pc:sldMk cId="3221171294" sldId="406"/>
            <ac:spMk id="27" creationId="{740CE4A1-135C-1CD6-9589-F6B2BB46A5F5}"/>
          </ac:spMkLst>
        </pc:spChg>
      </pc:sldChg>
      <pc:sldChg chg="delSp">
        <pc:chgData name="Henry Chai" userId="1324968a148d377f" providerId="LiveId" clId="{37C45195-7B4D-4340-9B5D-8A2DC09C07AF}" dt="2024-01-15T19:49:09.779" v="44"/>
        <pc:sldMkLst>
          <pc:docMk/>
          <pc:sldMk cId="3970745819" sldId="407"/>
        </pc:sldMkLst>
        <pc:spChg chg="del">
          <ac:chgData name="Henry Chai" userId="1324968a148d377f" providerId="LiveId" clId="{37C45195-7B4D-4340-9B5D-8A2DC09C07AF}" dt="2024-01-15T19:49:09.779" v="44"/>
          <ac:spMkLst>
            <pc:docMk/>
            <pc:sldMk cId="3970745819" sldId="407"/>
            <ac:spMk id="5" creationId="{C5E396D3-55FF-3B3E-7A28-86B02193F2EF}"/>
          </ac:spMkLst>
        </pc:spChg>
      </pc:sldChg>
      <pc:sldChg chg="addSp modSp add mod ord modShow modNotes">
        <pc:chgData name="Henry Chai" userId="1324968a148d377f" providerId="LiveId" clId="{37C45195-7B4D-4340-9B5D-8A2DC09C07AF}" dt="2024-01-11T18:39:43.498" v="20" actId="729"/>
        <pc:sldMkLst>
          <pc:docMk/>
          <pc:sldMk cId="499850516" sldId="408"/>
        </pc:sldMkLst>
        <pc:picChg chg="add mod">
          <ac:chgData name="Henry Chai" userId="1324968a148d377f" providerId="LiveId" clId="{37C45195-7B4D-4340-9B5D-8A2DC09C07AF}" dt="2024-01-11T18:39:40.804" v="19" actId="14100"/>
          <ac:picMkLst>
            <pc:docMk/>
            <pc:sldMk cId="499850516" sldId="408"/>
            <ac:picMk id="5" creationId="{6AD08E33-5C8E-E21A-7E9A-120CB00C52EC}"/>
          </ac:picMkLst>
        </pc:picChg>
      </pc:sldChg>
      <pc:sldChg chg="addSp delSp modSp add mod">
        <pc:chgData name="Henry Chai" userId="1324968a148d377f" providerId="LiveId" clId="{37C45195-7B4D-4340-9B5D-8A2DC09C07AF}" dt="2024-01-15T19:49:09.779" v="44"/>
        <pc:sldMkLst>
          <pc:docMk/>
          <pc:sldMk cId="2104345474" sldId="408"/>
        </pc:sldMkLst>
        <pc:spChg chg="mod">
          <ac:chgData name="Henry Chai" userId="1324968a148d377f" providerId="LiveId" clId="{37C45195-7B4D-4340-9B5D-8A2DC09C07AF}" dt="2024-01-12T14:28:02.188" v="41" actId="20577"/>
          <ac:spMkLst>
            <pc:docMk/>
            <pc:sldMk cId="2104345474" sldId="408"/>
            <ac:spMk id="2" creationId="{5BF6896C-B478-E8C1-B2E2-8A22883D9C82}"/>
          </ac:spMkLst>
        </pc:spChg>
        <pc:spChg chg="del">
          <ac:chgData name="Henry Chai" userId="1324968a148d377f" providerId="LiveId" clId="{37C45195-7B4D-4340-9B5D-8A2DC09C07AF}" dt="2024-01-15T19:49:09.779" v="44"/>
          <ac:spMkLst>
            <pc:docMk/>
            <pc:sldMk cId="2104345474" sldId="408"/>
            <ac:spMk id="5" creationId="{057D5233-F802-3801-8411-3E9192C3DAD5}"/>
          </ac:spMkLst>
        </pc:spChg>
        <pc:spChg chg="mod">
          <ac:chgData name="Henry Chai" userId="1324968a148d377f" providerId="LiveId" clId="{37C45195-7B4D-4340-9B5D-8A2DC09C07AF}" dt="2024-01-12T14:27:34.739" v="27" actId="14100"/>
          <ac:spMkLst>
            <pc:docMk/>
            <pc:sldMk cId="2104345474" sldId="408"/>
            <ac:spMk id="9" creationId="{24B43024-CC16-B715-2546-7733753367FF}"/>
          </ac:spMkLst>
        </pc:spChg>
        <pc:spChg chg="del">
          <ac:chgData name="Henry Chai" userId="1324968a148d377f" providerId="LiveId" clId="{37C45195-7B4D-4340-9B5D-8A2DC09C07AF}" dt="2024-01-12T14:27:41.912" v="28" actId="478"/>
          <ac:spMkLst>
            <pc:docMk/>
            <pc:sldMk cId="2104345474" sldId="408"/>
            <ac:spMk id="19" creationId="{82640092-CDAD-FCA3-E581-29A1885064C4}"/>
          </ac:spMkLst>
        </pc:spChg>
        <pc:spChg chg="del">
          <ac:chgData name="Henry Chai" userId="1324968a148d377f" providerId="LiveId" clId="{37C45195-7B4D-4340-9B5D-8A2DC09C07AF}" dt="2024-01-12T14:27:41.912" v="28" actId="478"/>
          <ac:spMkLst>
            <pc:docMk/>
            <pc:sldMk cId="2104345474" sldId="408"/>
            <ac:spMk id="27" creationId="{FD4EED56-5886-1C75-7C30-8EF193375E1D}"/>
          </ac:spMkLst>
        </pc:spChg>
        <pc:spChg chg="del">
          <ac:chgData name="Henry Chai" userId="1324968a148d377f" providerId="LiveId" clId="{37C45195-7B4D-4340-9B5D-8A2DC09C07AF}" dt="2024-01-12T14:27:41.912" v="28" actId="478"/>
          <ac:spMkLst>
            <pc:docMk/>
            <pc:sldMk cId="2104345474" sldId="408"/>
            <ac:spMk id="28" creationId="{828C0315-8A1D-5A3E-A40B-D9710C1468FC}"/>
          </ac:spMkLst>
        </pc:spChg>
        <pc:picChg chg="add mod">
          <ac:chgData name="Henry Chai" userId="1324968a148d377f" providerId="LiveId" clId="{37C45195-7B4D-4340-9B5D-8A2DC09C07AF}" dt="2024-01-12T14:27:52.055" v="30" actId="14826"/>
          <ac:picMkLst>
            <pc:docMk/>
            <pc:sldMk cId="2104345474" sldId="408"/>
            <ac:picMk id="3" creationId="{6F5E371F-BD17-2D1C-7432-70769161E4E9}"/>
          </ac:picMkLst>
        </pc:picChg>
        <pc:picChg chg="del">
          <ac:chgData name="Henry Chai" userId="1324968a148d377f" providerId="LiveId" clId="{37C45195-7B4D-4340-9B5D-8A2DC09C07AF}" dt="2024-01-12T14:27:41.912" v="28" actId="478"/>
          <ac:picMkLst>
            <pc:docMk/>
            <pc:sldMk cId="2104345474" sldId="408"/>
            <ac:picMk id="7" creationId="{92A84A50-84E2-655B-2A1F-EA461CA4E8AC}"/>
          </ac:picMkLst>
        </pc:picChg>
        <pc:picChg chg="del">
          <ac:chgData name="Henry Chai" userId="1324968a148d377f" providerId="LiveId" clId="{37C45195-7B4D-4340-9B5D-8A2DC09C07AF}" dt="2024-01-12T14:27:41.912" v="28" actId="478"/>
          <ac:picMkLst>
            <pc:docMk/>
            <pc:sldMk cId="2104345474" sldId="408"/>
            <ac:picMk id="11" creationId="{A917BC23-735F-CB04-7C52-A5EA10608B51}"/>
          </ac:picMkLst>
        </pc:picChg>
        <pc:picChg chg="del">
          <ac:chgData name="Henry Chai" userId="1324968a148d377f" providerId="LiveId" clId="{37C45195-7B4D-4340-9B5D-8A2DC09C07AF}" dt="2024-01-12T14:27:41.912" v="28" actId="478"/>
          <ac:picMkLst>
            <pc:docMk/>
            <pc:sldMk cId="2104345474" sldId="408"/>
            <ac:picMk id="12" creationId="{6829DED7-2623-227F-31C2-B069526A0B00}"/>
          </ac:picMkLst>
        </pc:picChg>
      </pc:sldChg>
    </pc:docChg>
  </pc:docChgLst>
  <pc:docChgLst>
    <pc:chgData name="Henry Chai" userId="1324968a148d377f" providerId="LiveId" clId="{DF4B32D3-6B2B-2F46-8E36-AD2F418291CA}"/>
    <pc:docChg chg="custSel modSld">
      <pc:chgData name="Henry Chai" userId="1324968a148d377f" providerId="LiveId" clId="{DF4B32D3-6B2B-2F46-8E36-AD2F418291CA}" dt="2024-01-17T15:52:37.982" v="19" actId="7634"/>
      <pc:docMkLst>
        <pc:docMk/>
      </pc:docMkLst>
      <pc:sldChg chg="addSp">
        <pc:chgData name="Henry Chai" userId="1324968a148d377f" providerId="LiveId" clId="{DF4B32D3-6B2B-2F46-8E36-AD2F418291CA}" dt="2024-01-17T15:52:37.982" v="19" actId="7634"/>
        <pc:sldMkLst>
          <pc:docMk/>
          <pc:sldMk cId="3848418700" sldId="302"/>
        </pc:sldMkLst>
        <pc:inkChg chg="add">
          <ac:chgData name="Henry Chai" userId="1324968a148d377f" providerId="LiveId" clId="{DF4B32D3-6B2B-2F46-8E36-AD2F418291CA}" dt="2024-01-17T15:52:37.982" v="19" actId="7634"/>
          <ac:inkMkLst>
            <pc:docMk/>
            <pc:sldMk cId="3848418700" sldId="302"/>
            <ac:inkMk id="5" creationId="{71CAAB13-A5F9-C99D-1E0A-2C09EBCBE736}"/>
          </ac:inkMkLst>
        </pc:inkChg>
      </pc:sldChg>
      <pc:sldChg chg="addSp">
        <pc:chgData name="Henry Chai" userId="1324968a148d377f" providerId="LiveId" clId="{DF4B32D3-6B2B-2F46-8E36-AD2F418291CA}" dt="2024-01-17T15:00:50.855" v="18" actId="7634"/>
        <pc:sldMkLst>
          <pc:docMk/>
          <pc:sldMk cId="973908794" sldId="303"/>
        </pc:sldMkLst>
        <pc:inkChg chg="add">
          <ac:chgData name="Henry Chai" userId="1324968a148d377f" providerId="LiveId" clId="{DF4B32D3-6B2B-2F46-8E36-AD2F418291CA}" dt="2024-01-17T15:00:50.855" v="18" actId="7634"/>
          <ac:inkMkLst>
            <pc:docMk/>
            <pc:sldMk cId="973908794" sldId="303"/>
            <ac:inkMk id="5" creationId="{8D9B93A2-D145-7406-6D4A-BB0156DE3239}"/>
          </ac:inkMkLst>
        </pc:inkChg>
      </pc:sldChg>
      <pc:sldChg chg="addSp">
        <pc:chgData name="Henry Chai" userId="1324968a148d377f" providerId="LiveId" clId="{DF4B32D3-6B2B-2F46-8E36-AD2F418291CA}" dt="2024-01-17T15:52:37.982" v="19" actId="7634"/>
        <pc:sldMkLst>
          <pc:docMk/>
          <pc:sldMk cId="3861377859" sldId="304"/>
        </pc:sldMkLst>
        <pc:inkChg chg="add">
          <ac:chgData name="Henry Chai" userId="1324968a148d377f" providerId="LiveId" clId="{DF4B32D3-6B2B-2F46-8E36-AD2F418291CA}" dt="2024-01-17T15:52:37.982" v="19" actId="7634"/>
          <ac:inkMkLst>
            <pc:docMk/>
            <pc:sldMk cId="3861377859" sldId="304"/>
            <ac:inkMk id="5" creationId="{305B5FE9-49F3-FBAC-0F0D-80E2F13F0E64}"/>
          </ac:inkMkLst>
        </pc:inkChg>
      </pc:sldChg>
      <pc:sldChg chg="addSp">
        <pc:chgData name="Henry Chai" userId="1324968a148d377f" providerId="LiveId" clId="{DF4B32D3-6B2B-2F46-8E36-AD2F418291CA}" dt="2024-01-17T15:00:50.855" v="18" actId="7634"/>
        <pc:sldMkLst>
          <pc:docMk/>
          <pc:sldMk cId="3993939162" sldId="305"/>
        </pc:sldMkLst>
        <pc:inkChg chg="add">
          <ac:chgData name="Henry Chai" userId="1324968a148d377f" providerId="LiveId" clId="{DF4B32D3-6B2B-2F46-8E36-AD2F418291CA}" dt="2024-01-17T15:00:50.855" v="18" actId="7634"/>
          <ac:inkMkLst>
            <pc:docMk/>
            <pc:sldMk cId="3993939162" sldId="305"/>
            <ac:inkMk id="5" creationId="{F6003EA2-10D2-210A-B077-D2AEAFF58DD6}"/>
          </ac:inkMkLst>
        </pc:inkChg>
      </pc:sldChg>
      <pc:sldChg chg="mod modShow">
        <pc:chgData name="Henry Chai" userId="1324968a148d377f" providerId="LiveId" clId="{DF4B32D3-6B2B-2F46-8E36-AD2F418291CA}" dt="2024-01-17T02:46:23.808" v="1" actId="729"/>
        <pc:sldMkLst>
          <pc:docMk/>
          <pc:sldMk cId="1223213168" sldId="311"/>
        </pc:sldMkLst>
      </pc:sldChg>
      <pc:sldChg chg="mod modShow">
        <pc:chgData name="Henry Chai" userId="1324968a148d377f" providerId="LiveId" clId="{DF4B32D3-6B2B-2F46-8E36-AD2F418291CA}" dt="2024-01-17T02:46:23.808" v="1" actId="729"/>
        <pc:sldMkLst>
          <pc:docMk/>
          <pc:sldMk cId="870002525" sldId="312"/>
        </pc:sldMkLst>
      </pc:sldChg>
      <pc:sldChg chg="mod modShow">
        <pc:chgData name="Henry Chai" userId="1324968a148d377f" providerId="LiveId" clId="{DF4B32D3-6B2B-2F46-8E36-AD2F418291CA}" dt="2024-01-17T02:46:44.042" v="2" actId="729"/>
        <pc:sldMkLst>
          <pc:docMk/>
          <pc:sldMk cId="3920828570" sldId="320"/>
        </pc:sldMkLst>
      </pc:sldChg>
      <pc:sldChg chg="addSp">
        <pc:chgData name="Henry Chai" userId="1324968a148d377f" providerId="LiveId" clId="{DF4B32D3-6B2B-2F46-8E36-AD2F418291CA}" dt="2024-01-17T15:52:37.982" v="19" actId="7634"/>
        <pc:sldMkLst>
          <pc:docMk/>
          <pc:sldMk cId="423266239" sldId="332"/>
        </pc:sldMkLst>
        <pc:inkChg chg="add">
          <ac:chgData name="Henry Chai" userId="1324968a148d377f" providerId="LiveId" clId="{DF4B32D3-6B2B-2F46-8E36-AD2F418291CA}" dt="2024-01-17T15:52:37.982" v="19" actId="7634"/>
          <ac:inkMkLst>
            <pc:docMk/>
            <pc:sldMk cId="423266239" sldId="332"/>
            <ac:inkMk id="3" creationId="{16C7D2CA-98B7-3D6D-1081-05A0638BA809}"/>
          </ac:inkMkLst>
        </pc:inkChg>
      </pc:sldChg>
      <pc:sldChg chg="modSp">
        <pc:chgData name="Henry Chai" userId="1324968a148d377f" providerId="LiveId" clId="{DF4B32D3-6B2B-2F46-8E36-AD2F418291CA}" dt="2024-01-17T02:51:32.052" v="17" actId="20577"/>
        <pc:sldMkLst>
          <pc:docMk/>
          <pc:sldMk cId="888676593" sldId="342"/>
        </pc:sldMkLst>
        <pc:spChg chg="mod">
          <ac:chgData name="Henry Chai" userId="1324968a148d377f" providerId="LiveId" clId="{DF4B32D3-6B2B-2F46-8E36-AD2F418291CA}" dt="2024-01-17T02:51:32.052" v="17" actId="20577"/>
          <ac:spMkLst>
            <pc:docMk/>
            <pc:sldMk cId="888676593" sldId="342"/>
            <ac:spMk id="6" creationId="{2C8B40BE-47D9-C28C-DC49-286945820DB8}"/>
          </ac:spMkLst>
        </pc:spChg>
      </pc:sldChg>
      <pc:sldChg chg="addSp">
        <pc:chgData name="Henry Chai" userId="1324968a148d377f" providerId="LiveId" clId="{DF4B32D3-6B2B-2F46-8E36-AD2F418291CA}" dt="2024-01-17T15:52:37.982" v="19" actId="7634"/>
        <pc:sldMkLst>
          <pc:docMk/>
          <pc:sldMk cId="1805259367" sldId="347"/>
        </pc:sldMkLst>
        <pc:inkChg chg="add">
          <ac:chgData name="Henry Chai" userId="1324968a148d377f" providerId="LiveId" clId="{DF4B32D3-6B2B-2F46-8E36-AD2F418291CA}" dt="2024-01-17T15:52:37.982" v="19" actId="7634"/>
          <ac:inkMkLst>
            <pc:docMk/>
            <pc:sldMk cId="1805259367" sldId="347"/>
            <ac:inkMk id="3" creationId="{A1B017B6-3586-BAA4-5441-888961132646}"/>
          </ac:inkMkLst>
        </pc:inkChg>
      </pc:sldChg>
      <pc:sldChg chg="mod modShow">
        <pc:chgData name="Henry Chai" userId="1324968a148d377f" providerId="LiveId" clId="{DF4B32D3-6B2B-2F46-8E36-AD2F418291CA}" dt="2024-01-17T02:46:57.642" v="3" actId="729"/>
        <pc:sldMkLst>
          <pc:docMk/>
          <pc:sldMk cId="2657522636" sldId="353"/>
        </pc:sldMkLst>
      </pc:sldChg>
      <pc:sldChg chg="addSp">
        <pc:chgData name="Henry Chai" userId="1324968a148d377f" providerId="LiveId" clId="{DF4B32D3-6B2B-2F46-8E36-AD2F418291CA}" dt="2024-01-17T15:52:37.982" v="19" actId="7634"/>
        <pc:sldMkLst>
          <pc:docMk/>
          <pc:sldMk cId="3296076184" sldId="387"/>
        </pc:sldMkLst>
        <pc:inkChg chg="add">
          <ac:chgData name="Henry Chai" userId="1324968a148d377f" providerId="LiveId" clId="{DF4B32D3-6B2B-2F46-8E36-AD2F418291CA}" dt="2024-01-17T15:52:37.982" v="19" actId="7634"/>
          <ac:inkMkLst>
            <pc:docMk/>
            <pc:sldMk cId="3296076184" sldId="387"/>
            <ac:inkMk id="3" creationId="{B6C45C83-E2BD-627A-4274-25C3AD37027E}"/>
          </ac:inkMkLst>
        </pc:inkChg>
      </pc:sldChg>
      <pc:sldChg chg="addSp">
        <pc:chgData name="Henry Chai" userId="1324968a148d377f" providerId="LiveId" clId="{DF4B32D3-6B2B-2F46-8E36-AD2F418291CA}" dt="2024-01-17T15:52:37.982" v="19" actId="7634"/>
        <pc:sldMkLst>
          <pc:docMk/>
          <pc:sldMk cId="2433243184" sldId="390"/>
        </pc:sldMkLst>
        <pc:inkChg chg="add">
          <ac:chgData name="Henry Chai" userId="1324968a148d377f" providerId="LiveId" clId="{DF4B32D3-6B2B-2F46-8E36-AD2F418291CA}" dt="2024-01-17T15:52:37.982" v="19" actId="7634"/>
          <ac:inkMkLst>
            <pc:docMk/>
            <pc:sldMk cId="2433243184" sldId="390"/>
            <ac:inkMk id="5" creationId="{FBD32A74-AC6E-A3E9-A911-727A6920A617}"/>
          </ac:inkMkLst>
        </pc:inkChg>
      </pc:sldChg>
      <pc:sldChg chg="addSp">
        <pc:chgData name="Henry Chai" userId="1324968a148d377f" providerId="LiveId" clId="{DF4B32D3-6B2B-2F46-8E36-AD2F418291CA}" dt="2024-01-17T15:52:37.982" v="19" actId="7634"/>
        <pc:sldMkLst>
          <pc:docMk/>
          <pc:sldMk cId="1143859960" sldId="393"/>
        </pc:sldMkLst>
        <pc:inkChg chg="add">
          <ac:chgData name="Henry Chai" userId="1324968a148d377f" providerId="LiveId" clId="{DF4B32D3-6B2B-2F46-8E36-AD2F418291CA}" dt="2024-01-17T15:52:37.982" v="19" actId="7634"/>
          <ac:inkMkLst>
            <pc:docMk/>
            <pc:sldMk cId="1143859960" sldId="393"/>
            <ac:inkMk id="8" creationId="{ABF548F9-CF46-FE77-EFF3-5808CDC4A154}"/>
          </ac:inkMkLst>
        </pc:inkChg>
      </pc:sldChg>
      <pc:sldChg chg="mod modShow">
        <pc:chgData name="Henry Chai" userId="1324968a148d377f" providerId="LiveId" clId="{DF4B32D3-6B2B-2F46-8E36-AD2F418291CA}" dt="2024-01-17T02:46:57.642" v="3" actId="729"/>
        <pc:sldMkLst>
          <pc:docMk/>
          <pc:sldMk cId="3557590392" sldId="405"/>
        </pc:sldMkLst>
      </pc:sldChg>
      <pc:sldChg chg="mod modShow">
        <pc:chgData name="Henry Chai" userId="1324968a148d377f" providerId="LiveId" clId="{DF4B32D3-6B2B-2F46-8E36-AD2F418291CA}" dt="2024-01-17T02:45:58.071" v="0" actId="729"/>
        <pc:sldMkLst>
          <pc:docMk/>
          <pc:sldMk cId="3221171294" sldId="406"/>
        </pc:sldMkLst>
      </pc:sldChg>
      <pc:sldChg chg="mod modShow">
        <pc:chgData name="Henry Chai" userId="1324968a148d377f" providerId="LiveId" clId="{DF4B32D3-6B2B-2F46-8E36-AD2F418291CA}" dt="2024-01-17T02:46:23.808" v="1" actId="729"/>
        <pc:sldMkLst>
          <pc:docMk/>
          <pc:sldMk cId="3970745819" sldId="407"/>
        </pc:sldMkLst>
      </pc:sldChg>
      <pc:sldChg chg="modSp">
        <pc:chgData name="Henry Chai" userId="1324968a148d377f" providerId="LiveId" clId="{DF4B32D3-6B2B-2F46-8E36-AD2F418291CA}" dt="2024-01-17T02:47:35.006" v="6" actId="20577"/>
        <pc:sldMkLst>
          <pc:docMk/>
          <pc:sldMk cId="2104345474" sldId="408"/>
        </pc:sldMkLst>
        <pc:spChg chg="mod">
          <ac:chgData name="Henry Chai" userId="1324968a148d377f" providerId="LiveId" clId="{DF4B32D3-6B2B-2F46-8E36-AD2F418291CA}" dt="2024-01-17T02:47:35.006" v="6" actId="20577"/>
          <ac:spMkLst>
            <pc:docMk/>
            <pc:sldMk cId="2104345474" sldId="408"/>
            <ac:spMk id="2" creationId="{5BF6896C-B478-E8C1-B2E2-8A22883D9C8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03:52:00.358"/>
    </inkml:context>
    <inkml:brush xml:id="br0">
      <inkml:brushProperty name="height" value="0.053" units="cm"/>
      <inkml:brushProperty name="color" value="#FF0000"/>
    </inkml:brush>
  </inkml:definitions>
  <inkml:trace contextRef="#ctx0" brushRef="#br0">16214 9194 7853,'-7'-14'167,"4"-1"0,-5 1 0,2 0 1194,3-1-1192,1 7 0,2-5 0,0 4 0,0-1 0,2 5 0,1 10 0,2 8 0,-2 5 0,-2 4 0,-1 3 0,0 7 0,0 4 0,2 5 0,1 4 0,2 5 0,-2-1 0,-1 1 0,-2-4 1,1-3-1,3-3 0,0-5 0,0-3 0,-1-6-515,2-4 388,-4-3 1,6-9-1,-6-4 1,2-4-1,2-8 1,-2-6-1,-1-2 1,-2 0-1,0-1 1,0 1 0,-2-1-1,-2 1 1,-6 1-1,-3 2 1,-3 3-1,-1 2 1,-4 3-1,-2 3 1,-2 4-152,-2 6 0,-2 4 1,0 4-1,2 3 1,1 1-1,4 4 1,1 1-1,4 2 1,2-1-1,6 0 1,4-4-1,3-4-452,2 1 0,2-10 0,4 2 0,7-5 0,6-5 1,4-1-1,2-2 0,4-2 0,1-3 561,-1-4 0,9-4 0,-7-1 0</inkml:trace>
  <inkml:trace contextRef="#ctx0" brushRef="#br0" timeOffset="1">16386 9698 7853,'15'0'13,"-1"0"0,1 0 0,-1 0 0,0 0 1,1-2-1,-1-3 0,1-3 0,0-1 1,3-1-1,3-1 0,0-2 0,-1-1 339,-2-1 0,-2-4 0,-3 0 0,-2 1 0,-3 2 0,-2 2 0,-2 0 0,-4 1 0,-5 3 0,-5 5 0,-3 4-297,-1 1 0,-5 1 1,-2 6-1,0 6 0,-1 4 1,1 2-1,-1 1 0,1 0 1,0 3-1,5 1 0,3 0 1,5-2-299,2-1 0,-4 0 1,6-4-1,0 4 1,4 0-1,7-2 1,7-5-1,9-2 1,5-3-1,4-1 1,3-3-1,2-3-3183,3-2 3426,8-7 0,3-1 0,7-6 0</inkml:trace>
  <inkml:trace contextRef="#ctx0" brushRef="#br0" timeOffset="2">17250 9511 7853,'-10'-2'250,"0"-1"1,-1-2 0,-2 2 0,-1 1-1,0 2 1,-1 0 0,1 2 0,0 1 0,-2 5-1,-2 3-161,-1 5 0,-5 3 0,5 1 0,1 2 0,2 2 0,2-2 1,1 1-1,3-3 0,5 1 0,4-3 0,2-2 0,4-2-486,5 1 0,9-6 0,3-1 0,2-1 1,0-4-1,4-2 0,0-1 0,3-1 397,-4-4 0,5-3 0,5-6 0</inkml:trace>
  <inkml:trace contextRef="#ctx0" brushRef="#br0" timeOffset="3">17365 9597 7853,'-15'0'335,"1"0"0,1 2 0,4 2 0,4 8 0,3 4 0,2 3 0,0-2 0,0 1-584,0 1 1,0-1 0,2 4-1,1-1 1,3-4 0,2-1-1,4-3 249,0-3 0,9 3 0,1-5 0</inkml:trace>
  <inkml:trace contextRef="#ctx0" brushRef="#br0" timeOffset="4">17854 9050 8726,'0'-27'0,"0"1"596,0 2 0,1 7 0,3-2 0,0 3 0,0 5 0,-3 6 0,-1 10-436,0 6 0,0 5 0,2 4 0,1 8 0,3 5 0,1 4 0,1 3 0,0 2 0,1 1 0,1 0 0,-2 0 0,0 0-152,0 0 0,-3-1 0,4-2 0,1-3 0,-2-4 0,-2-4 0,-1-5 0,0-3-154,-2-4 0,-1-9 0,-4-8 0,-3-6 0,-4-4 0,-6 2 0,-2 2 0,-2 3 0,-1 1 0,1 2 1,0 0-6,1 0 0,-2 7 0,1 2 0,1 4 0,2 1 0,2 1 0,1-1 0,2 0 1,3 1-1,1-1 0,4 1 0,1-1 145,2 0 0,2 1 0,1-1 0,4 1 1,1-3-1,4-2 0,4-5 0,4-4 0,-1-1 1,1 0-1,4 0 0,2 0 28,-2 0 0,3-1 1,-3-4-1,3-5 1,2-2-1,0-3 1,0 1-1,-2-1 1,-2-1-1,-1-1 1,0-2-1,-1-1 102,-4 0 1,-3 4 0,-2-3 0,-1 3 0,-3 1 0,-6 1 0,-4 1 0,-4 3 0,-6 6-1,-3 2 1,-3 4-14,-3 2 0,2 9 1,-6 6-1,2-1 1,4-2-1,1-2 1,3 1-1,3-1 1,4 0-1,1 1 1,0-1-1,2 1-156,2-1 0,7 0 0,4-1 0,4-2 1,5-1-1,7 0 0,4-1 0,5-1 0,4 0 1,4-1-1,5-1 45,3-3 0,8-8 0,7-3 0</inkml:trace>
  <inkml:trace contextRef="#ctx0" brushRef="#br0" timeOffset="5">19580 9611 7853,'0'-14'503,"0"4"1,0 1 0,0 1-435,0 5 0,0 14 0,0 14 1,2 1-1,1-1 0,3-1 1,1-1-1,-1-1 0,-1-1 1,0 0-1,1-4 0,2-1 1,3-3 101,2-3 0,-3-4 0,-1-6 0,3-1 0,0-3 0,3-2 1,-2-2-1,-2-3 0,-2-2 0,1-1 0,0-1 0,-1 2-329,2 4 1,-3-2-1,2 6 1,1 3-1,0 5 1,-1 7-1,-4 1 1,1 0 0,1-1 365,0 1 1,3-3-1,-5 0 1,2-1-1,3-4 1,2-2 0,2-1-1,-1-1 1,0-4-1,1-5 1,-2-2-438,-4-3 1,2 1 0,-4-1-1,-1 1 1,0-2 0,-1-2 228,2-1 0,1-13 0,6 2 0</inkml:trace>
  <inkml:trace contextRef="#ctx0" brushRef="#br0" timeOffset="6">20228 8863 7853,'0'-33'176,"0"-1"0,0 0 0,1 7 1,2 3-1,4 3 0,1 4 1,1 1-1,1 5 0,-2 4 0,0 9 73,0 6 0,-5 11 0,2 7 1,-2 6-1,0 8 0,4 6 1,-1 7-1,1 4 0,-4 6 1,-2 5-1,1 6 0,1 3-173,2-2 0,0-3 0,-5-5 0,0-6 0,1-5 0,3-8 0,0-7 0,0-11 0,-1-7-244,2-10 1,3-5 0,6-10 0,0-3 0,1-4 0,-1-6-1,1-4 1,-1-5 0,2-3 0,1-2 0,1 2 137,-5 3 0,1-2 1,-6 7-1,2 3 0,-2 3 1,0 5-1,-2 4 0,1 5 1,-4 9-1,-2 6-23,-1 3 0,0 7 0,0-4 0,0 0 1,0-1-1,0-2 0,0 1 0,2-4 0,1-4 1,4-4-1,1-1 0,3-4 167,2-2 1,3-2 0,1-4-1,2-4 1,0-4 0,2-3 0,2-2-1,-1-3 1,-3 1 0,-3-1 0,-1 3-1,-3 2-48,-2 2 0,-2-1 0,-6 3 0,-1 4 0,-4 8 0,-2 8 0,-3 4-103,0 3 1,5-1 0,-2 2-1,4 2 1,1 1 0,0 0 0,1 0-1,4 1 1,5-3 0,2-1 0,4-2-1,2 1-233,1-1 0,5-6 0,-3-3 0,0-3 0,1-2 1,0 0-1,2-2 0,-1-3 0,-4-4 0,-3-6 0,-2-4 1,1-3 197,-1-1 0,-4-2 0,-2 4 0,-2 0 0,-3 0 0,-1 4 1,-2 1-1,0 1 0,1 1 0,4 0 210,5-1 1,3 7 0,1 3 0,2 2 0,2 0 0,2-2 0,3 1 0,4-1 0,3-2-1,5 1 1,2-2 0,2 2-400,-3-1 1,0-2 0,-8 2-1,1 1 1,0-2 0,-2 0 260,-3-3 0,3-2 0,-4-2 0</inkml:trace>
  <inkml:trace contextRef="#ctx0" brushRef="#br0" timeOffset="7">21350 8647 7853,'-15'-14'451,"3"3"1,2 6 0,4 11 0,1 12 0,0 11-264,2 7 0,1 8 0,2 5 1,0 9-1,0 9 0,0 8 0,0 7 1,0-40-1,-1 0 0,-1 1 1,1 1-1,-2-2 0,1 0 0,0-1 1,1 0-1,-1 32-667,2-9 0,0-8 0,0-14 0,0-4 0,2-6 0,2-6 0,6-9 1,3-5-1,1-8 0,0-2 479,1-2 0,6-13 0,1-3 0</inkml:trace>
  <inkml:trace contextRef="#ctx0" brushRef="#br0" timeOffset="8">21566 8705 7731,'0'-37'0,"0"5"265,0 7 0,0 4 1,0 10-1,0 7 1,0 14-1,0 12 1,0 10-1,0 8 943,0 7 1,0 10-1234,0 10 0,-7 5 1,-1 3-1,-1 5 1,4-38-1,0-1 1,0 3-1,-1-1 1,0-1-1,1-1 1,-6 36-1,3-9 1,1-7-1,4-8 1,1-11-1,2-12 1,0-9-1,2-7 1,3-4-1,4-6 1,4-4-1,2-4 1,-1-6-1,2-4-127,3-6 1,-3 3 0,3-7-1,-3 0 1,-3 2 0,-2 1-1,-1 3 133,1 4 1,-5 14 0,-1 14 0,-3 4 0,-2 1 0,0 2 0,0 0 0,0-1 0,0-2 0,1-2 0,4-3-1,5-2 48,3-2 0,1-5 0,2 0 0,2-2 0,2-4 0,3-2 0,2-6 0,1-4 0,-1-4 0,-1-3 0,0 1 0,-1-3 108,-4 1 0,-5 4 0,-4-1 0,-4 3 0,-1 2 0,-2 1 0,-4 3 0,-6 7 0,-2 6 0,-1 7-257,-1 3 0,5 1 0,-1 0 1,2 1-1,1-1 0,0 2 1,3 2-1,2 1 0,4-1 1,5-3-1,3 0 237,1-1 1,0-1-1,2-2 1,2-3 0,1-1-1,-1-4 1,-1-2-1,1-2 1,1-4 0,-1-5-1,-2-2 1,-2-3-48,0 1 0,-1-7 1,-2-1-1,-1-1 1,-1 3-1,1 0 1,0 1-1,-1 0 1,1 0-1,-2 0 1,0 1-1,0 2-198,3 2 0,-3 4 0,2 2 0,1 2 0,2 2 0,1 3 0,0 1 0,1 0-52,-1 0 1,1 0 0,0 0 0,3 0 0,1 0 0,-1 0 0,-2 0 0,0 0 0,1 0 0,3 0 0,-3 0-1,-1 0-321,-1 0 0,-1 0 0,0-2 501,1-3 0,-1 4 0,0-5 0</inkml:trace>
  <inkml:trace contextRef="#ctx0" brushRef="#br0" timeOffset="9">23609 9410 7853,'-15'-14'9,"1"4"0,-1 2 0,1 2 0,-2 2 0,-2 4 0,-1 7 0,0 7 6,-2 8 1,4 6-1,-6 2 1,3 2-1,4 3 1,3 0-1,5 1 1,1-4-1,6-2 1,4-3-1,7-3 1,4-6-1,4-7 1,2-6-1,3-4 1,2-1 272,3 0 1,0-1-1,1-6 1,-2-6 0,-1-4-1,-4-2 1,-1-1-1,-3 1 1,-4 0 0,-4 0-1,-6-2 1,-2 0-250,-2 1 1,-2 0-1,-4 6 1,-7 0-1,-6 1 1,-2 3-1,-1 5 1,1 4-1,-1 2-39,-1 4 0,6 3 0,-4 7 0</inkml:trace>
  <inkml:trace contextRef="#ctx0" brushRef="#br0" timeOffset="10">23824 9669 7853,'2'13'533,"1"-2"1,4-2-1,1 1 1,3-2-109,2-3 1,-5-5 0,-4-5 0,-2-5 0,-2-2 0,-2-4 0,-1-2 0,-2-3 0,2 1 0,2-1 0,1 3 0,0 1-938,0-3 1,0 4 0,0-3 0,1 3 0,4 3 0,5 2 0,4 3 0,5 0 0,5 2 0,3-1 511,2 4 0,13 2 0,2 1 0</inkml:trace>
  <inkml:trace contextRef="#ctx0" brushRef="#br0" timeOffset="11">25234 9410 7853,'0'-14'239,"0"-1"1,-1 2-1,-2 5 1,-2 8 0,2 8-1,1 7 1,2 2 0,0 4-1,0 0-288,0 0 1,0 4 0,0-2-1,0-1 1,0-3 0,0-3-1,0-1 1,0-1 0,0 0 400,0 1 0,0-9 0,0-6 1,2-8-1,2-5 0,6-3 0,3-3 1,1-3-1,2-2 0,2 1-429,1 3 0,2-4 0,-4 4 1,2 4-1,-1 4 0,-2 4 1,-2 3-1,-1 6 0,-3 9 1,-5 8-229,-4 6 0,-1 3 0,0 0 1,-1-1-1,-3-4 0,0 0 0,2-1 1,4 0-1,6-3 0,3-4 1,6-5-1,4-4 272,5-3 0,2-4 0,6-4 0,3-7 0,1-6 0,-1-2 0,0-1 0,-2-1 0,0-2 0,-5-2 0,-4-2 0,-8 2 184,-7 3 0,0-2 0,-8 7 0,-4 3 0,-9 5 0,-6 8 0,-5 6 0,-1 6 0,-4 4 0,1 2 0,1 0-28,4 5 1,0-3 0,2 6 0,4-3-1,4 0 1,4-1 0,1 0 0,0-1-1,0-2 1,4-2 0,4-1 0,7-4-79,2-4 1,8-3 0,0-2-1,3 0 1,1 0 0,0-2-1,-2-3 1,-1-6 0,-4-5-1,-1-3 1,-3 0 0,-3 0-229,-5-1 1,-4 0 0,-1 0 0,0-2-1,0 0 1,-1 2 0,-3 5 0,-2 0-1,0 1 1,-2 1 0,1 2 56,1 1 0,3 7 0,7-3 1,6 1-1,3 0 0,3 2 1,3 1-1,6 2 0,7 0 1,7 0 118,2 0 0,9-1 0,3-3 1,1 0-1,0-1 0,-2 0 0,-1-1 1,-2-2-1,-1-2 0,-8 0 1,-9 1-1,-11-2 7,-4-2 0,-8-2 0,-1 1 0</inkml:trace>
  <inkml:trace contextRef="#ctx0" brushRef="#br0" timeOffset="12">26313 8676 8060,'-14'-9'314,"0"-1"0,4 7 1,2 0-1,2 7 1,2 11-1,3 9 0,1 8 1,0 8-1,0 4 1,0 8-276,0 3 1,0 0 0,0 7 0,0-1 0,0-2 0,0-1 0,-2-7 0,-1-6-1,-2-5 1,0-4 0,1-1 0,-1-4-1709,2-6 1,-4-2 0,2-6 1668,2 3 0,2 5 0,1-2 0</inkml:trace>
  <inkml:trace contextRef="#ctx0" brushRef="#br0" timeOffset="13">27594 9137 7853,'-13'-2'241,"2"-1"1,1-4 0,-1 1 2065,-2 0-2273,5 1 0,3 5 0,12 0 1,6 1-1,6 3 0,5 0 0,5 0 1,4-3-1,4-1 0,1 0 0,1 0 1,-1 0-1,4 0 0,2-1 1,3-4-1,-4-3 0,-3-3 0,-2-2 1,-1-3-1,-4-2 0,-4-3 0,-6-1 1,-9-2-1,-8 0 0,-4-2-34,-2-1 0,-13-1 0,-3-1 0</inkml:trace>
  <inkml:trace contextRef="#ctx0" brushRef="#br0" timeOffset="14">27910 8561 7876,'-28'-29'0,"0"2"366,4 3 1,4 3-1,5 8 1,2 5-1,4 10 1,4 11 0,3 11-234,2 8 1,0 6 0,0 10 0,0 7 0,0 5 0,-1 7-1,-2 5 1,-2 3 0,0 4 0,-1-1 0,-2 0 0,-2-4-982,0-5 0,2-12 1,-1-9-1,4-5 0,3-6 1,2-8 847,0-8 0,7-5 0,1-2 0</inkml:trace>
  <inkml:trace contextRef="#ctx0" brushRef="#br0" timeOffset="15">27968 9280 7853,'-15'2'95,"1"3"1,4 3 0,2 6-1,2 1 1,3 1 0,1 1 0,2 4-1,2 0 1,3 1 0,6-1-1,5 0 1,5-5 132,1-5 1,4 0 0,6-6 0,1-2 0,-2-1 0,-4-4 0,-3-1 0,0-4 0,-2-2 0,-4-6 0,-7-2 0,-6-1-177,-4 2 1,-1-3 0,-1 0 0,-6 1 0,-6 2 0,-6 2 0,-2 1 0,-1 2-53,0 1 0,-2 7 0,-5-3 0</inkml:trace>
  <inkml:trace contextRef="#ctx0" brushRef="#br0" timeOffset="16">29119 9367 7842,'0'-19'199,"0"-1"0,0 3 1,0 1-1,0 1 0,0 1 2058,0 0-2304,0-1 1,0 6 0,-2 1-1,-3 1 1,-6 4 0,-5 1-1,-5 2 1,-3 2 0,-4 3-1,-4 6 1,0 7 0,3 6-1,3 3 1,4 2 0,1-1-1,5 1 1,5-2 0,6-1-1,4-4 1,2-1 0,4-3-1,5-2 1,2-4 0,4-2-1,2-5 1,3-4 0,1-1 91,4 0 1,-1-6 0,1-4 0,-4-2 0,-1-3 0,-3 1 0,-2-1 0,-2 3 0,0 0 0,1 4-162,-1 2 1,-6 3 0,-3 8 0,-3 4 0,-2 6 0,0 2 0,0 2 0,0 1 0,0-1 0,0 0 0,0-1 115,0-2 0,6-2 0,2 0 0,6 1 0</inkml:trace>
  <inkml:trace contextRef="#ctx0" brushRef="#br0" timeOffset="17">29407 9424 7842,'4'-14'154,"3"1"1,-1 5 0,0 8-1,-2 10 1,-1 7 0,0 7-165,2 3 0,0 9 1,-4 4-1,2 4 1,4 6-1,-1 1 1,2 3-1,-1 2 1,1 2-1,-2-2 1,2-3-1,-2-7-61,1-6 1,-2-5 0,-5-8 0,0-3-1,-2-6 1,-3-9 0,-4-9 0,-4-8 0,0-4-1,2-4 138,1-3 1,7-4 0,-3-6-1,1 1 1,0-3 0,2-2 0,1-6-1,4-2 1,3-2 0,3-1 0,1 1-1,2-2-39,5-3 0,0 4 0,7-4 0,-1 5 0,-1 4 0,1 7 0,1 5 0,1 6 0,0 4 0,-2 6 0,-1 3 0,-4 4 93,-1 3 0,-6 9 0,-2 5 0,-2 4 0,-2 2 0,-3 0 0,-1 2 0,-1 0 0,-4 1 0,-5-1 0,-3 0 0,-3-3-276,-3-2 0,3-2 0,-5 0 0,2-1 0,-1-2 0,-1-3 0,0-1 0,3-4 0,2-2 0,2-1 155,0 0 0,6 0 0,1 0 0</inkml:trace>
  <inkml:trace contextRef="#ctx0" brushRef="#br0" timeOffset="18">29809 9352 7930,'2'15'66,"1"1"0,2 4 0,0 9 0,0 8 0,-1 5 1,1 2-1,0 4 0,0 5 0,0 1 0,-1 1-150,1-2 0,0-7 0,-5 0 0,0-6 0,0-8 0,0-6 0,0-7 0,-2-5 0,-1-2 0,-3-4 155,-2-2 0,5-8 1,-2-7-1,3-4 1,2-1-1,0-1 0,0-1 1,0-1-1,0-4 1,0 0-1,0-1-20,0-1 0,0-1 1,0-6-1,0-2 0,0-3 1,0 0-1,0-1 1,2 3-1,3-1 0,4-1 1,4 0-1,1 0-40,1 3 1,-1 3 0,0 3 0,2 4 0,2 1 0,1 5 0,0 4 0,1 4 0,0 1 0,1 4 0,2 1 0,-3 2 67,1 0 1,3 7 0,-5 4-1,-1 5 1,-4 3 0,-3 0 0,-3 0-1,-1 1 1,-4-1 0,-3 0 0,-5 0-1,-4-1-137,-4-2 0,-6-3 0,-2-2 0,-2-2 0,-1 1 1,0 0-1,1-2 0,-1-2 0,0-3 0,1-1 1,2-2-3183,4 0 3240,1 0 0,8 0 0,1 0 0</inkml:trace>
  <inkml:trace contextRef="#ctx0" brushRef="#br0" timeOffset="19">30255 9482 7842,'10'8'89,"-2"-2"1,0 1 0,-2 2-1,1 4 1,-4 1 41,-2 1 1,-1-6-1,0 1 1,-1 0-1,-4-2 1,-4-4 38,-4-2 0,3-2 0,2-2 0,2-2 0,3-6 0,3-3 0,4-1 0,6-2 0,3-2 0,1-1 0,2 1-426,3 2 1,-1 2-1,4 0 1,1-1-1,-3 2 1,3 2 0,-1 3-1,2 2 1,0 3-1,-2 1 1,-1 2 0,-3 0 246,-2 0 1,-8 2 0,-3 3 0,-4 4 0,-1 4 0,-1 0 0,-4-2 0,-5-2 0,-1 3 183,1 0 0,-2 3 0,4-1 0,-2-1 0,2-2 0,2-1 0,3 1 0,1 2 0,2 1 0,0 1-94,0-1 1,6-6 0,4-3 0,3-4 0,1-1 0,2 0-1,2 0 1,2-1 0,1-4 0,0-5 0,-3-2 0,-2-3-108,-2 1 0,-6-2 1,-3-2-1,-4-1 1,-1 1-1,-1 2 1,-4 2-1,-5 0 1,-2-1-1,-3 2 0,2 2 26,4 2 0,-4 6 0,5-4 0</inkml:trace>
  <inkml:trace contextRef="#ctx0" brushRef="#br0" timeOffset="20">30816 9352 7900,'2'-8'320,"3"4"0,4 4 0,4 4 0,0 6 0,-2 3 0,-3 1 0,0 2-348,0 3 1,0-3 0,3 3-1,-3-1 1,-1 0 0,-2 1-1,-1-2 1,1-1 0,-2-1-1,-1-1 96,-2 1 0,2-7 0,2-4 0,6-4 0,1-4 0,0-6 0,-3-3 0,0-1 0,-1-1-118,-1 1 1,4-5-1,-4 0 1,0 1-1,2 0 1,-1 1-1,1-2 1,0 1-1,1 2 1,1 3-1,0 2-32,1 2 0,2 5 1,1 0-1,-1 4 0,-2 3 1,-1 3-1,1 1 0,1 1 0,3 0 1,-1 1-1,2 1 95,3-1 0,-3-6 0,5 2 0,-2-3 0,2-2 0,2 0 0,1 0 0,-2 0 0,-3 0 0,-1 0 1,-1-2-1,2-1 31,-1-2 1,-2-6 0,-2 3 0,-1-1 0,-2-1 0,-3-1 0,-1-2-1,-6 0 1,-4 4 0,-6 4-7,-4 3 0,-2 2 0,1 0 0,-2 2 0,-2 3 0,-2 4 0,-1 4 0,0 1 0,3 1 0,3 1 0,0 1 0,1 4 92,-1 1 0,7-2 0,4 2 0,2-1 0,2-2 0,2 2 0,4 1 0,7 1 0,8-4 0,4-3 0,7-2 0,2 0-792,1 1 1,3-7 0,-3-3 0,1-4 661,-1-1 0,-2-6 0,-4-2 0</inkml:trace>
  <inkml:trace contextRef="#ctx0" brushRef="#br0" timeOffset="21">22774 10475 7908,'-14'-15'36,"-1"1"1,-1 6 0,-1 3 0,-2 3 0,-1 2 0,1 2 0,0 3 0,0 6 22,-2 7 0,5-1 0,-3 7 0,3 2 0,3-1 0,2 1 0,3-2 0,2 0 0,2-2 0,4-3 0,5-3 1,5-1-1,3-2 0,3-4 0,1-4 0,2-3 949,-1-2-985,4 0 0,-1-7 1,5-2-1,-2-4 1,0-2-1,0 1 0,-2 0 1,0-1-1,-1 2 1,0 2-1,-3 3 0,-3 2 1,0 3-1,-1 1 1,1 2-1,-1 2 0,-1 3 1,-2 3-1,-3 1 1,0 1-1,0 1-3132,3 2 3109,2 1 0,8 0 0,1 1 0</inkml:trace>
  <inkml:trace contextRef="#ctx0" brushRef="#br0" timeOffset="22">24443 10072 7908,'-21'-23'-13,"10"-1"1,-2 8 0,5 7 0,5 6 250,2 9 0,1 12 0,0 7 0,0 7 0,0 7 0,0 4 0,1 3 0,2 4 0,2 1 1,-2 5-1,-1 3 0,-1 2 0,3-4 0,0-4 0,0-4 0,-3-2-601,-1-2 1,5-9 0,0-4 0,-2-6 0,-1-7 0,-2-3 0,1-3 362,4-4 0,3-2 0,6-7 0</inkml:trace>
  <inkml:trace contextRef="#ctx0" brushRef="#br0" timeOffset="23">24644 10590 8411,'8'1'193,"-3"4"1,-3 5 0,-2 3 0,0 2 0,0 3-1,0 3 1,0 0 0,0-1 0,0 0 0,0-1-3308,0 0 3114,0 0 0,0-4 0,0-1 0</inkml:trace>
  <inkml:trace contextRef="#ctx0" brushRef="#br0" timeOffset="24">24673 10431 7908,'15'0'-36,"-1"0"0,0 0 1,1 0 35,-1 0 0,1 7 0,-1 1 0</inkml:trace>
  <inkml:trace contextRef="#ctx0" brushRef="#br0" timeOffset="25">24903 10791 9785,'0'-9'114,"0"-1"1,0-1 0,0-2 0,0-1 0,0-1 0,0 1 0,2-1-123,3 1 0,3-2 21,6-3 0,1 3 1,-1-3-1,0 3 1,1 1-1,-1 3 1,1 0-1,-1 4 0,0 4 1,-1 5-1,-3 9 1,-6 6-1,-2 5 1,-2-1-1,0 3 0,0-1 1,0 2-1,0-2 1,2-2-1,1-4-1045,2-2 1068,6 0 0,-6-1 0,7-3 1,4-5-1,2-4 0,3-1 0,3-1 1,3-4-1,3-5 0,2-4 0,2-4 1,-4-1-1,-3 0 0,-4 0 0,-2-1 1,-4 1-1,-2 0 0,-4-2 0,-3 1 1,-2-1-1,-3 3 0,-3 2 2,-4 2 0,-9 6 0,-6 3 1,1 3-1,2 4 0,2 3 1,-1 4-1,1 4 0,1 2 0,2 1 1,3 1-1,1 2 36,4-1 0,2 3 0,1-1 0,0 1 1,1 0-1,4-2 0,5 0 0,4 1 0,4-3 1,4-1-1,4-1 0,6-3-1572,3-2 0,5 1 1498,8-6 0,3 6 0,6-3 0</inkml:trace>
  <inkml:trace contextRef="#ctx0" brushRef="#br0" timeOffset="26">27133 10633 7908,'0'-19'68,"0"0"1,0 1 0,-1 2 0,-4 3 0,-5 4 0,-4 4 0,-4 3 0,-2 2 0,-3 2-1,-1 4 1,0 7 0,0 6 0,0 4 0,0 2 20,0 2 0,8 2 0,0 0 0,7-2 0,2-1 0,4-4 0,2-1 0,4-4 0,5-1 0,8-3 0,5-3 0,4-5 56,2-4 0,7-2 0,1-3 0,0-2 1,0-4-1,-3-4 0,-3-4 0,-3-1 0,-4 0 1,-1-2-1,-5 0 0,-5-1-345,-6 0 1,-5 2-1,-5-2 1,-6 1-1,-7 4 1,-6 1-1,-3 3 1,-2 3-1,1 6 1,-1 2-1,2 4 200,3 2 0,3 4 0,7 7 0</inkml:trace>
  <inkml:trace contextRef="#ctx0" brushRef="#br0" timeOffset="27">27320 10806 7924,'23'0'133,"-4"0"1,2-5 0,-2-2 0,-1-1 0,-2-3 0,-4-2-1,-1-1 1,-3 0 0,-1-1 0,-4-1 0,-3-1 1761,-5-3-1910,-3-5 0,-6 3 0,0-7 0,-2 0 0,-2 0 1,-1-1-1,3-2 0,3-2 0,5 2 0,2 2 1,2 1-1,4 0 0,5 1 0,5-1 0,4 2 0,4 3 1,3 4-1,1 6 0,5 3 0,3 3 0,4 1 1,0 4-1,-1 2-759,1 1 0,-1 0 0,-4 1 1,-2 4-1,-3 5 774,-5 2 0,-3 3 0,-1-1 0</inkml:trace>
  <inkml:trace contextRef="#ctx0" brushRef="#br0" timeOffset="28">27378 10575 7908,'-22'13'128,"4"-2"0,5-3 1,5 0-1,3-1 0,7-1 1,8-3-1,7-1 0,7-2-387,3 0 1,7 0 0,1-2 258,2-3 0,1 4 0,5-5 0</inkml:trace>
  <inkml:trace contextRef="#ctx0" brushRef="#br0" timeOffset="29">28831 10489 7908,'-19'-14'-2,"0"1"0,-1 2 1,1 3-1,-1 1 1,-1 4-1,0 1 1,2 2-1,0 0 1,-2 0-1,0 2 169,0 3 1,-3-2 0,4 7-1,-1 2 1,0 4 0,3 4 0,2-1-1,4 2 1,2 1 0,4 2 0,1 0-1,0 1 482,2 3-713,1-6 0,9 4 0,4-7 0,5-2 0,5-1 0,-1-3 0,3-2 1,-2-3-1,1-1 0,0-4 0,4-1 0,-1-2 0,1 0 64,-2 0 0,0 0 0,5 0 0</inkml:trace>
  <inkml:trace contextRef="#ctx0" brushRef="#br0" timeOffset="30">28903 10777 7908,'0'-15'260,"0"1"0,0 0 0,-2-1 0,-1 1 1,-2-1-1,2 1 0,2 0 0,1-1 0,0-1-348,0-3 0,0 3 0,1-3 1,2 3-1,4 2 0,-1-1 0,2 1 1,0-1-1,3 3-40,2 2 0,0 5 1,-2 10-1,-1 3 0,1 2 1,2-1-1,1 2 0,2 2 1,2 2-1,2-1 0,3 0 1,2-1 145,3-3 0,0-4 1,1-6-1,0 0 0,0 0 1,-2 0-1,-3 0 0,-5-1 1,-3-4-1,-2-5 0,-1-3 1,-2-1 44,-1 0 0,-7 4 0,2 0 1,-5-1-1,-5 0 0,-4 1 1,-4 6-1,-3 2 0,-2 2 1,-1 0-1,0 2 0,0 1-21,-1 2 0,1 6 0,5-2 0,-1 4 1,1 2-1,0 1 0,1 1 0,3 2 0,4-1 1,1-1-1,0 1 0,2 1-31,2-1 0,7-2 1,4-2-1,4 1 1,5-1-1,5-1 1,3-2-1,4-3 1,2-2-1,6-2-11,2-3 0,9-1 0,1 0 0</inkml:trace>
  <inkml:trace contextRef="#ctx0" brushRef="#br0" timeOffset="31">29968 10172 7908,'0'-14'295,"0"4"1,0 9 0,0 12-1,1 8 1,2 7 0,2 3-1,0 3 1,0 3-220,0 2 0,4-5 0,-4 1 0,0-3 0,0-1 0,1-2 0,0-1 0,2-4 0,-1-1 0,-1-3-443,-3-2 1,-3-10 0,-4-6 0,-6-6 0,-3-4 0,-1 1 0,-1-1 0,-1 0 0,-1 2 441,-2 2 0,-7 1 0,4 5 0,-2 0 0,0 2 1,-2 3-1,1 4 0,1 4 0,4 1 0,4 1 0,2 1 1,1 1 99,4 2 1,2 5 0,7-4 0,2-3 0,3-1-1,6-1 1,5-3 0,3 0 0,0-4 0,0-2-1,2-3 1,0-1-776,0-2 1,4 0-1,-2 0 1,1 0-1,0 0 600,1 0 0,2-13 0,2-3 0</inkml:trace>
  <inkml:trace contextRef="#ctx0" brushRef="#br0" timeOffset="32">30255 10547 7944,'0'-15'315,"2"7"1,3 5 0,3 6-1,0 7 1,-2 3 0,-1 1-1,1 0-432,2 1 0,-5 4 0,4 0 0,-2-1 0,-1-2 0,1-4 0,0 0 0,0-3 0,0 1 117,1-2 0,-4 5 0,4-5 0</inkml:trace>
  <inkml:trace contextRef="#ctx0" brushRef="#br0" timeOffset="33">30342 10518 7908,'14'-7'40,"0"6"0,1-6 0,-1 3 1,1-1-1,1 0 0,1 0 1,4 0-1,0 2 0,1 2 1,0 1-1,4 0-2,1 0 1,2-5-1,1 0 1,2 2-1,2 1 1,-2 1-1,-3-3 1,-4 0-1,-2 0 1,-4 1-39,-6-2 0,1-3 0,-6-6 0</inkml:trace>
  <inkml:trace contextRef="#ctx0" brushRef="#br0" timeOffset="34">30615 10043 8327,'0'-6'315,"0"6"1,0 9 0,0 9 0,0 7-1,0 7 1,0 8 0,0 7 0,0 7 0,0 5-1,0 5 1,2 2 0,1 1 0,3-2 0,1-2-732,-1-4 0,4-10 1,-6-4-1,0-8 1,-1-5-1,0-7 1,2-2 415,-2-6 0,-1-1 0,-2-1 0</inkml:trace>
  <inkml:trace contextRef="#ctx0" brushRef="#br0" timeOffset="35">15307 12216 7973,'-1'-8'2570,"-4"3"1331,-5 3-3696,4 9 1,0-4 0,6 6-1,1 1 1,4-2 0,5-3 0,2-4-1,3-1 1,-1 0 0,2 0 0,3-1-1,4-4 1,-1-5 0,-4-2 0,-7-3-1,-6 1 1,-4-1 0,-2 1 0,-6 0-1,-7-1 1,-7 2 472,-1 4-1314,-12-4 0,10 11 0,-9-2 0,4 2 1,3 2-1,4 0 0,1 2 0,5 2 636,5 6 0,-2 9 0,5 4 0</inkml:trace>
  <inkml:trace contextRef="#ctx0" brushRef="#br0" timeOffset="36">15868 11899 7973,'0'-16'1183,"0"-3"1,-1 0-1,-4 1 1,-5 17-1,-4 17 1,-7 17-1,-7 13 1,-11 14-1048,17-26 1,-2 2-1,-4 3 1,0 2-1,-4 5 1,0 1-1,-2 2 1,1 2 0,-2 3-1,-1-1 1,1 2-1,0-1 1,2-1-1,2 0 1,4-4-1,1-1 1,6-4 0,2-2-1,-6 29 1,11-14-1,9-9-9967,2-3 9708,2-8 1,13-2 0,3-6 0</inkml:trace>
  <inkml:trace contextRef="#ctx0" brushRef="#br0" timeOffset="37">15667 12777 7973,'-29'21'398,"1"-1"0,0 6 1,6-2-1,8 0 0,7 0 1,6 0-1,2 0 0,4-2 1,6-3-1,7-4 0,6-6 125,3-4 0,3-3 0,2-2 0,2 0 1,-2-2-1,-2-3 0,-3-4 0,-3-4 1,-5 0-1,-4 2 0,-6 1 0,-4-1-316,-3-2 0,-9 1 0,-2 2 1,-6 5-1,-5 4-207,-9 1 0,-6 6 0,-8 2 0</inkml:trace>
  <inkml:trace contextRef="#ctx0" brushRef="#br0" timeOffset="38">17178 12662 7973,'0'-15'375,"-7"2"0,-2 4 0,-4 4 0,-1 3 0,-1 2 0,1 0 23,-1 0 1,1 12-1,-2 2 1,-2 4 0,-2 2-1,-1 4 1,-2 4 0,3 2-1,-1 2 1,3 1 0,4-1-1,3-1 1,3-2-1,1-1 1,4 0 0,5-3-488,7-1 1,3-8 0,12-1 0,3-9 0,3-6 0,4-5 0,-2-6 0,-2-5 0,-3-5 0,-1-1 0,-5-4 0,-4-1-20,-4-2 1,-8-3-1,-1 2 1,-4 3 0,-4 1-1,-6 4 1,-3 3 0,-1 4-1,0 6 1,-1 4-1,2 5 108,4 5 0,-4 3 0,5 6 0</inkml:trace>
  <inkml:trace contextRef="#ctx0" brushRef="#br0" timeOffset="39">17451 12949 8430,'0'-14'856,"2"0"1,1-1 0,2 1 0,-2-2 0,0-3 0,0-5 0,2-3 0,-2-4 0,-1-2 0,-2-7-38,0-7 0,-7-10 0,-1-10 0,-1-2 0,-1 0 1,1 2-1,-1 0 0,2 1 0,2 5 0,2 7 0,3 6 1,2 5-1539,4 5 1,10 2 0,10 9-1,7 3 1,7 7 0,4 6-1,3 4 1,4 2 0,-2 2-1,-2 5 1,-8 7 718,-6 9 0,-6 11 0,-12 7 0</inkml:trace>
  <inkml:trace contextRef="#ctx0" brushRef="#br0" timeOffset="40">17437 12590 7973,'-10'12'1045,"2"0"0,3-4 0,8-2 0,10-3 0,10-3 0,5-5 0,6-4 541,4-4 1,9-1-1,2-1 1,2 1-1,5 1-1586,5 4 0,5-11 0,6 4 0</inkml:trace>
  <inkml:trace contextRef="#ctx0" brushRef="#br0" timeOffset="41">19652 12575 7973,'0'-14'466,"0"0"0,-1-1 0,-4 1 0,-5 1 1471,-3 3 1,-1 2-1829,0 4 0,-1 2 0,-1-3 0,-1 5 0,-4 5 0,-3 5 0,-5 4 0,-3 4 0,-1 2 0,-1 3 0,1 2 0,1 2 0,1 4 0,4 1 0,3 1 0,5-1 0,4-1 0,6-2 0,4-1 0,3 1 1,2-2-1,4-3 0,4-5 0,8-4 0,4-6 0,6-4-2865,1-3 2828,8-9 0,-3-2 0,5-10 1,-2-5-1,-3-4 0,-1-2 1,-4-2-1,-2-1 0,-2 1 0,-3 1 1,-4 2-1,-4 2 0,-8 3 1,-2 5-1,-4 8 0,-1 11 0,-3 14 1,-1 10-1,1 5-270,3 0 0,1 1 0,2 2 0,0 2 0,0-2 0,0-4 0,3-2 0,5-4 0,7-1 0,2-5 0,3-5 0,-1-6 198,-2-3 0,6-15 0,-1-3 0</inkml:trace>
  <inkml:trace contextRef="#ctx0" brushRef="#br0" timeOffset="42">19897 12561 9396,'-5'-14'0,"0"-1"0,0 1 458,-1-1 0,4 14 0,-2 6 0,2 7 0,2 6 1,0 3-1,0 0 0,0 1 0,0-1 0,0 1 1,0 0-1,0 4-188,0 1 0,0 2 0,2 0 1,1 0-1,2 1 0,-2 2 1,-2 3-1,-1 2 0,0 1 0,2-1 1,1-2-1,2-3-714,-2-3 0,4 6 0,-3-11 0,0-3 0,-3-4 0,-2-4-178,-4-3 1,2-4 0,-5-7-1,1-4 1,4-5 0,0-3-1,0-1 1,-2 0 0,2-2-1,1-4 1,2-2 0,0-2 557,0 0 0,-2-5 0,-1-6 0,-2 0 0,2 0 0,2 1 0,1 1 0,0-1 0,0 2 0,0 2 0,0 3 0,0 3 423,0 4 1,4 4 0,1 2 0,0 1 0,1 2 0,2 1 0,4 1 0,-1-1 0,2 2 0,-2 0 0,2 2 0,-1-1-47,3 4 0,-1-3 1,1 1-1,-1 2 1,0 1-1,1 2 1,-1 0-1,0 2 0,1 1-339,-1 2 0,-4 4 0,-2-2 0,-2 1 0,-3 3 0,-1 2 1,-2 1-679,0 1 0,-5-6 1,-1-1-1,-1 0 1,-1-1 703,0-1 0,-1 5 0,-6-3 0</inkml:trace>
  <inkml:trace contextRef="#ctx0" brushRef="#br0" timeOffset="43">20300 12662 7973,'0'-15'-390,"0"1"0,0-1 0,0 1 1076,0 0 0,0 4 1,1 2-1,2 5 1,2 8-1,-2 9 1,1 8-1,-1 7 1,2 5-1,-1 3-488,3 3 1,-6 1 0,4 2 0,-2 2 0,1 1 0,0 2 0,0-1 0,-4-2 0,-4-4-1,-2-3 1,-2-4 0,-2-5-701,2-5 0,-4-5 1,2-9-1,-3-7 1,0-8-1,2-9 0,3-9 1,0-4-1,2-3 1,-1-6-1,4-5 489,2-5 0,1-4 0,0 4 1,1-2-1,4 0 0,5 0 0,2 1 1,4 4-1,2 5 0,3 4 1,1 5-1,2 5 185,-1 4 1,2 7-1,-6 8 1,1 4 0,-1 2-1,-2 4 1,-2 6-1,-6 5 1,-2 5 0,-4 0-1,-2 1 1,-1-1-186,0 0 0,-1-2 0,-4-3 0,-5 1 0,-2 3 0,-3-4 0,1-4 0,0-2 0,-1 0 0,1-2-3792,-1-4 3805,7-2 0,2-8 0,6-2 0</inkml:trace>
  <inkml:trace contextRef="#ctx0" brushRef="#br0" timeOffset="44">20688 12748 15395,'0'-14'418,"0"-1"1,0 1-1,0-2 1,0-3 0,0-5-1,0-2 1,0 0-1,2 3 1,2-3 0,8 0-1137,5 2 1,1 4 0,6 5 0,0 2-1,0 2 1,0 3 0,1 2 0,1 3 0,-2 1-1,-5 4 1,-3 2 0,-3 6 653,-4 3 0,-2 1 1,-7 2-1,-2 2 1,-1 3-1,-3-1 1,-2 3-1,-2-2 1,2 1-1,2-1 0,1-1 1,0 0 603,2 0 1,3-5 0,5 1 0,4-5 0,4-1 0,3-2 0,2-4 0,2-2 0,3-4 0,1-2 0,-2-6 0,-3-4-338,-3-6 0,-3 0 0,-3-6 0,-6 2 0,-4 0 0,-4 0 0,-6 2 0,-4 1 0,-4 3 0,-3 2 1,1 4-1,-1 2-2935,3 5 0,2 4 0,2 1 2732,-1 0 0,7 6 0,2 2 0</inkml:trace>
  <inkml:trace contextRef="#ctx0" brushRef="#br0" timeOffset="45">21192 12446 7973,'-10'-7'875,"0"-2"1,9 2 0,1 3 0,8 4 0,5 4 0,1 6 0,2 4 0,2 4-240,1 1 1,0 5 0,-5-3-1,1 0 1,-1 0 0,0-2-1,-1 0 1,-2 0 0,-1-1 0,0-2-1,-1-2-923,1 0 0,-1-6 0,4-4 1,-3-9-1,-4-8 0,-1-6 0,0-4 1,-2-2-1,-1-1 0,-2 1 60,0 1 1,4 5-1,1-4 1,-2 2-1,1 5 1,-1 4-1,3 4 1,2 1-1,3 4 1,2 1-1,2 2 58,-1 0 1,2 0 0,1 0 0,4 0 0,2 0 0,2 0-1,2 0 1,2 0 0,-2 0 0,-3-1 0,-5-4 0,-3-3 180,-1 0 1,-7-5-1,-5 5 1,-6 0 0,-7 3-1,-4 4 1,-4 2-1,-1 4 1,2 5 269,1 3 1,3 6 0,2 2 0,1 1 0,0 4 0,2-1 0,4 1 0,2-2 0,2 0 0,2 0 0,4-2 0,7-1-551,4-4 0,9-2 0,-2-6 0,5-4 0,3-3 0,3-2 1,0-3 267,0-7 0,5-6 0,-3-13 0</inkml:trace>
  <inkml:trace contextRef="#ctx0" brushRef="#br0" timeOffset="46">22256 11770 7973,'-9'-5'0,"1"-2"660,1-1 0,-4 7 1,3 1-1,0 9 1,3 9-1,4 8 1,2 6-1,4 6 1,5 5-1,4 3 1,4 4-174,1 1 1,6-3 0,-2 3 0,1-1 0,0-5 0,1-5 0,1-7 0,-1-3 0,-2-2 0,-2-6-910,-4-8 0,-9-7 1,-8-12-1,-8-5 1,-6-1-1,-4 0 1,-3 3-1,-1 2 1,-3 2-1,-1 3 1,0 2 374,2 4 1,0 5 0,-3 7-1,3 4 1,5 3 0,5 5 0,4 3-1,5 0 1,4-2 0,2-3 0,6-3-1,7-4-645,8-4 0,12-7 1,4-1-1,4-1 1,1-4 691,0-2 0,7-7 0,1-2 0</inkml:trace>
  <inkml:trace contextRef="#ctx0" brushRef="#br0" timeOffset="47">23796 11770 7973,'-5'-28'617,"-2"3"0,1 2 0,0 3 0,2 7 0,3 11 0,1 20 1,0 15-1,0 17 0,0 11 0,0 11 0,0 9 3489,-1-36 1,2 0-4364,2-2 0,0 2 1,-2 4-1,0 1 0,2-3 1,0 0-1,0 0 0,-1 0 1,1-1-1,0-2 1,0-3-1,1-1 0,4 31 1,0-14-1,3-12 0,2-11 1,1-9-1,1-7 0,-1-7 1,0-8-1,2-8 257,4-9 0,-5-13 0,6-10 0</inkml:trace>
  <inkml:trace contextRef="#ctx0" brushRef="#br0" timeOffset="48">24098 12518 9976,'-7'-8'0,"-2"3"0,-4 5 0,-1 5 0,-1 4 0,2 4 0,2 3 0,3 2 0,2 1 479,3-2 1,3 1 0,4 0-1,6-1 1,4-2 0,6-6 0,2-2-1,2-4 1,-2-2 0,-1-1 0,-3 0-1,-2-1-116,-2-4 1,-4-3 0,-2-6-1,-2-1 1,-3-1 0,-3-1-1,-5-3 1,-4 4 0,-4 4-1,-3 2 1,-1 1 0,-3-1-2958,3 0 0,1 7 0,1-2 2594,1 4 0,0 1 0,-1 0 0</inkml:trace>
  <inkml:trace contextRef="#ctx0" brushRef="#br0" timeOffset="49">24529 12475 7973,'-1'-15'0,"-4"1"548,-5-1 1,2 3 0,-1 2 0,-4 5 0,-5 4 0,-4 1 0,-2 1 0,2 4 0,-1 6 0,3 5 0,-1 5-1,3 1-268,2 4 0,3 1 1,4 0-1,4-3 1,3-3-1,2-2 0,2-1 1,3-4-1,4-4 1,4-4-1,2-3 1,-1-1-412,0-2 0,6-8 0,-1-5 0,-2-4 0,1-1 1,-1 2-1,3 2 0,-3-1 0,-1 3 0,-1 2 1,-3 4-255,-2-1 0,1 7 0,-6 0 0,0 8 0,0 5 0,-1 1 0,1 1 0,0-1 0,1 0 0,2 1 0,4-1 0,0-1 385,3-3 0,-1 2 0,0-4 0</inkml:trace>
  <inkml:trace contextRef="#ctx0" brushRef="#br0" timeOffset="50">24788 12561 7973,'7'-8'220,"-6"0"1,6 5 0,-2 0 0,-1 4-1,1 7 1,0 5 649,0 1 1,1-4-1,-3-1 1,2 3-1,-2 0 1,-1 3-309,-2-1 0,-5-7 0,0-9 1,2-9-1,1-7 0,4-1 1,1 0-1,4 0 0,1 0 0,3-1-539,2 1 0,1 0 0,0 5 0,1-1 0,-1 2 0,1 4 0,-1 4 0,0 3 1,-1 4-1,-2 3 0,-3 4 0,0 4-323,0 2 0,-3 5 0,3 3 0,-1 1 1,-3-2-1,1-1 0,1-2 0,2 0 1,2 0-1,0-1 0,1-4 0,3-4-1792,4-5 1,7-4 0,-1-1 0,5-3 2091,5-6 0,2-7 0,8-13 0</inkml:trace>
  <inkml:trace contextRef="#ctx0" brushRef="#br0" timeOffset="51">25508 12388 7973,'0'-19'393,"0"0"0,-7 0 1,-2 6-1,-4 3 1,-1 4-1,-2 1 1,-2 2-1,-3 3 1,0 6-1,1 6 1,2 4-1,2-1 155,2 1 0,1-1 0,3 1 0,5 1 0,5 3 0,5-3 0,5-1 1,4-3-1,5-2 0,5-1 0,4-1 0,0 1-325,1 0 1,0-2-1,-2 3 1,-1-2-1,-2 3 1,0-1-1,-2 0 1,-3-2-1,-4 3 1,-6 0-1,-4 3 1,-3-1-697,-2 1 0,-12-1 0,-2 0 0,-4 1 0,-1-2 0,0-4 0,1-2 0,2-3 473,2 1 0,-7 0 0,-1-5 0</inkml:trace>
  <inkml:trace contextRef="#ctx0" brushRef="#br0" timeOffset="52">26716 12403 7973,'-14'0'2779,"-1"0"-2436,7 0 1,8 0 0,10 0-1,3-2 1,3-1 0,5-2-1,6 2 1,6 0 0,6-1-1,4 0 1,5 0 0,3 1 0,3 0-1,4-2 1,1 0 0,-1 1-816,-7-1 0,-7 0 0,-5 5 0,-6 0 0,-4 0 472,-5 0 0,-16-6 0,-9-2 0</inkml:trace>
  <inkml:trace contextRef="#ctx0" brushRef="#br0" timeOffset="53">27018 11741 7973,'-6'-15'397,"0"6"0,-6-1 1,3 4-1,-1 6 1,2 13-1,3 11 0,4 12 1,1 9 5,0 8 0,0 11 0,0 9 0,0-32 0,0 1 0,-1 4 1,0 0-1,0 0 0,-1 0 0,-1 1 0,0-1 0,-1-2 1,0 0-1,-1-1 0,0-1 0,-3 34 0,2-7 0,1-14-991,0-12 1,0-10 0,5-9 0,0-5 0,2-3-1,3-3 1,4-5 587,4-8 0,1-13 0,1-9 0</inkml:trace>
  <inkml:trace contextRef="#ctx0" brushRef="#br0" timeOffset="54">27205 11784 7973,'0'-14'576,"0"-1"1,0 6-1,0 9 1,0 14-1,0 13 1,0 12-1,0 8 115,0 8 0,0 7 0,0 2 0,0 2 0,0 4 0,0 2 0,0 3 0,0-3 0,0-3 0,-1-10 0,-2-10 0,-2-9-708,2-6 1,-4-10-1,2-8 0,2-10 1,3-10-1,5-9 1,6-6-1,5-5 1,5-4-349,1 0 0,-4 4 1,1 1-1,-3 4 1,-2 5-1,1 4 0,-2 5 1,-4 7-1,-4 8 1,-3 6-1,-2 4-190,0 3 1,-5 1-1,0 4 1,2 0 0,1-4-1,4-5 1,4-3 0,9-3-1,7-4 1,7-4 0,4-3 554,6-2 0,9-13 0,3-3 0</inkml:trace>
  <inkml:trace contextRef="#ctx0" brushRef="#br0" timeOffset="55">27781 12547 7973,'13'-23'124,"-4"4"0,-4 3 0,-3 2 1,-2-1-1,-2 2 0,-3 4 0,-4 4 1,-4 3-1,-2 2 0,-1 2 520,-3 3 1,2 4-1,-6 9 1,2 1 0,4 0-1,1 1 1,2 0 0,1 1-1,2 0 1,3-4 0,1-1-427,4-1 0,3-2 0,5-4 0,4-4 0,6-3 0,2-2 0,3 0 1,-3 0-1,1 0 0,-1 0-781,2 0 0,1 0 0,-6 0 0,0 0 0,-1 1 0,-2 2 0,-3 4 0,0 1 0,0 1 0,4 1 33,0 0 0,-2-7 1,0 2-1,1-5 0,2-5 1,-1-5-1,-2-3 0,-4-1 1,-1-2-1,0-2 0,-2-1 732,-1 2 0,2-4 0,1 2 0,-2 1 0,1 2 0,-1 2 0,3-1 1,2 1-1,3 1 0,2 2 0,2 3 0,1 2 111,3 2 1,-2-2 0,6 1 0,-1 2 0,-1 0 0,1 0 0,-1-2-1,0 2 1,-2 1 0,0 0 0,0-1 0,-1-2-5703,-2 2 5389,-8-5 0,5 0 0,-5-6 0</inkml:trace>
  <inkml:trace contextRef="#ctx0" brushRef="#br0" timeOffset="56">28241 11683 7059,'-21'0'682,"5"-5"1,-3 2-1,5 6 1,3 10 0,3 11-1,1 8 1,4 8-1,1 7 1,2 7 0,0 7 136,0 6 0,2 8 0,1 0 0,2-3 0,-2-5 1,-1-5-1,-2-6 0,0-8 0,0-8 0,0-6 0,0-4 1,1-3-2646,4-3 0,-2 2 0,7-8 1826,1-6 0,8 3 0,4-7 0</inkml:trace>
  <inkml:trace contextRef="#ctx0" brushRef="#br0" timeOffset="57">29651 12431 8200,'-2'-16'0,"-1"-1"498,-1-2 1,-8-1 0,3 8-1,-4 2 1,-1 5 0,-1 4-1,1 2-181,-1 4 1,-4 5-1,-2 9 1,1 5 0,-3 3-1,2 2 1,-1 1 0,1 2-1,1 2 1,4-2 0,3-2-1,5-3 1,1-3 0,4-5-1,2-3-186,1-1 0,6-7 0,4-3 0,2-5 1,3-5-1,1-5 0,1-4 0,2-4 1,1-3-1,-1 1 0,0-1 0,0 3-399,2 2 1,-5 2 0,3 1 0,-3 4 0,-1 2 0,-1 2 0,2 1 0,2 2 0,1 5 0,-2 7 0,-1 3 0,-1 1 131,-1 0 0,0 1 0,1-1 0,-1-1 0,-1-2 0,-2-3 0,-1-2 0,1-2 0,2-4 382,1-5 1,-6-5 0,-3-7 0,-3-4 0,-2-1 0,0-4 0,0 0 0,0 1 0,0 2 0,0 1 0,0 1 0,0 0-331,0 4 1,0 6 0,1 3 0,4 1 0,4 6 0,4 2 0,2 6 0,-1-1 19,0 0 0,1 4 0,-1-5 0,2-2 0,2-1 0,1-2 1,0 0-1,0 0 0,1 0 0,-3 0 0,-1 0 0,-2-2 118,1-3 1,-1-3 0,-1-6 0,-2-1 0,-3 1 0,-1 0 0,-6 1 0,-4 3 266,-7 6 0,-2 4 0,-3 4 0,-1 6 0,-1 3 0,-3 3 0,3 3 0,1 3 0,2 2 0,1 0 0,2 2 0,3 1 152,1 2 1,2-7 0,7-3 0,4-3-1,7-1 1,8-1 0,5-1 0,5-4-1,5-4 1,4-5 0,3-3 0,3-3-4409,2-2 1,-2 3 3934,-7-5 0,-4 1 0,-6-6 0</inkml:trace>
  <inkml:trace contextRef="#ctx0" brushRef="#br0" timeOffset="58">22343 13669 7973,'0'-23'345,"0"4"1,0 3 0,0 2-1,0-1 171,0 1 1,0 8-1,0 6 1,0 9-1,0 9 1,0 7-1,0 9 1,0 9-1,1 7 1,2 3-1,2-1 1,-2 1-1,-1 0 1,-2-2 0,0-2-449,0-2 1,0-7-1,0-5 1,0-3-1,-2-6 1,-2-4-1,-6-6 1,-3-5 0,-1-8-1,1-6 1,3-8-247,6-7 1,-3-4-1,2-8 1,4-4-1,2-4 1,7-6-1,4-2 1,4-3-1,0-1 1,0-1-1,0 1 1,3 1 33,5 2 0,-2 9 0,2 4 1,0 6-1,0 5 0,-2 9 1,1 7-1,-2 6 0,-1 2 1,-2 4-1,-2 6 0,-3 5 330,-4 4 1,-2 4 0,-7-5 0,0 0-1,-2 0 1,-3 2 0,-4 0 0,-4 0-1,-1-6 1,-2-2 0,-2-3 0,-1-1-348,1-1 1,2 4 0,2-8-1,-1 0 1,1-3 0,0-1-1,2-1 161,8-4 0,12-10 0,14-7 0</inkml:trace>
  <inkml:trace contextRef="#ctx0" brushRef="#br0" timeOffset="59">23004 13597 7973,'-14'-7'603,"0"-1"1,-1-4 0,-1 2 0,-1 5 0,-3 5 0,1 5 0,0 5 0,0 2 0,1 4 0,2 2-129,2 1 1,0 2 0,1-3 0,3 2 0,5 1 0,4 0 0,1-3 0,1-2 0,6-4 0,6-2-661,4-5 1,4-5 0,-3-5 0,1-3 0,-2-2 0,-1 1 0,-1-1 0,-1 1 0,0-1 0,1 0 0,-1 2-416,1 4 1,-1 2-1,0 2 1,1 2 0,-1 2-1,-1 6 1,-2 1 0,-1 0-1,1-1 600,2 1 0,1 2 0,0 1 0</inkml:trace>
  <inkml:trace contextRef="#ctx0" brushRef="#br0" timeOffset="60">23220 13698 7973,'-9'-15'851,"1"4"1,1 6 0,4 10 0,1 6-1,2 4-709,0-1 1,5 0 0,0 1-1,0-1 1,0 1 0,-1-1-1,1 0 1,2 1-143,2-1 0,4 0 0,1 1 0</inkml:trace>
  <inkml:trace contextRef="#ctx0" brushRef="#br0" timeOffset="61">23422 13208 7973,'9'-19'-210,"-1"0"0,0 3 1,-1 3-1,1 4 210,0-3 0,1 6 0,6 0 0</inkml:trace>
  <inkml:trace contextRef="#ctx0" brushRef="#br0" timeOffset="62">23594 13079 7973,'0'-10'915,"0"1"0,0 1 0,0 6 0,2 10-96,3 8 0,-2 16 0,5 2 0,-2 7 0,-3 7 1,1 5-1,-1 3 0,2 3 0,-2 2 0,-2 1 0,-1-1 1,2-2-219,3-1 0,-2-7 0,5-5 0,0-6 0,0-8 0,3-6 0,2-9 1,1-7-1,-1-10-1233,-3-8 1,-4-7 0,-6-2 0,0-4-1,0 0 1,-2-1 0,-2 1 0,-6 0 0,-3 4-1,1 1 1,0 1 0,3 3 436,-2 2 0,-2 2 0,-2 5 1,1-2-1,0 3 0,-1 6 1,2 5-1,2 6 0,3 2 0,2 2 1,3 1 239,1 0 0,2-4 1,0 3-1,0-3 1,2-1-1,2-1 1,4 1-1,2-1 1,1-1-1,4-2-45,2-1 0,9-1 0,-4 6 0</inkml:trace>
  <inkml:trace contextRef="#ctx0" brushRef="#br0" timeOffset="63">25148 13770 7973,'-6'-13'194,"-2"2"1,-2 3 0,0 0-1,-1 1 1,-2 1 131,-1 3 1,-5 1 0,0 4 0,1 2 0,1 8 0,-1 5 0,-1 6 0,1 1 0,4-1 0,3 3-1,3 0 1,1-2 0,4-4 0,3 0 0,6-1-103,9-2 1,6-7-1,7-5 1,3-5 0,1-5-1,1-5 1,-1-2 0,-1-3-1,-4-1 1,-3-1 0,-5-4-1,-5 0-91,-4 0 1,1-4-1,-8 2 1,-4-1 0,-7 2-1,-7 0 1,-2 1-1,-4 2 1,-1 4 0,-2 6-1,1 2 1,4 4-3051,3 1 0,8 9 0,3 4 2917,4 7 0,1-2 0,0 4 0</inkml:trace>
  <inkml:trace contextRef="#ctx0" brushRef="#br0" timeOffset="64">25393 14014 7973,'9'-1'572,"1"-4"1,1-5 0,2-3-1,0-3 1,-4-1 0,-2-4-1,-3-1 1,1-4 246,-2-1 0,-1-7 0,-2-1 0,-2-2 0,-2-4 1,-6-4-1,-1-3 0,0 0 0,1 0 0,0-1 0,2 1 1,4 1-691,2 6 1,2 6-1,2-1 1,2 3 0,8 4-1,5 3 1,6 9 0,0 6-1,1 4 1,4 4 0,2 1-1,4 4-1222,-2 3 1,-2 3 0,-1 6 0,-1 2-1,1 2 1,-2 3 0,-3 1 0,-6 4-1,-7 1 825,-6 1 1,-10 8-1,-3 0 1</inkml:trace>
  <inkml:trace contextRef="#ctx0" brushRef="#br0" timeOffset="65">25421 13654 7914,'-14'0'800,"0"0"0,-1 0 0,2-1 0,4-4 0,6-5 0,6-1 0,8 2-520,7 4 0,-1 2 0,7-1 0,2 0 0,1 0 0,2 4-280,-1 5 0,8 10 0,0 7 0</inkml:trace>
  <inkml:trace contextRef="#ctx0" brushRef="#br0" timeOffset="66">25767 14014 8562,'-8'-14'893,"3"-1"1,3-1-1,2-1 1,0-4 0,0-1-1,0-4 1,0-1 0,0-4-1,0 0 1,0-5 0,0-2-75,0-7 0,0 0 0,0-6 0,0 0 0,0 2 1,2-3-1,3 3 0,3 1 0,1 5 0,1 4 0,3 4 1,3 5-1599,3 4 0,0 7 0,-3 9 0,2 6 0,2 2 0,3 2 0,2 0 0,1 2 0,-1 2 0,-2 8 0,-1 4 1,-1 4-9014,0 3 9792,-8 1 0,-13 11 0,-8 2 0</inkml:trace>
  <inkml:trace contextRef="#ctx0" brushRef="#br0" timeOffset="67">25623 13654 7973,'-15'0'796,"1"0"0,0 0 0,1-1 0,5-2 1,9-2-1,12 2 0,8 1-98,1 2 0,7 0 1,-2 0-1,7 0 1,1 0-1,2 0 1,0 0-1,1 2-698,-1 2 0,4 4 0,-4 7 0</inkml:trace>
  <inkml:trace contextRef="#ctx0" brushRef="#br0" timeOffset="68">14617 15741 7973,'0'-23'722,"0"-2"0,0 6 0,0 1 0,0 2 1,1 5-1,3 6 0,0 10 0,0 6 1,-3 5-1,1 3 0,1 4-278,2-1 0,0 5 0,-5-5 0,0 1 0,0-2 0,1-2 0,2 0 0,2 0 0,-2 0 0,-1 1 0,-2-3-10275,0-1 9527,0-1 0,0-7 1,0-2-1</inkml:trace>
  <inkml:trace contextRef="#ctx0" brushRef="#br0" timeOffset="69">14588 15439 7771,'0'-15'-338,"0"1"714,0-1-376,-6 1 0,10 19 0,-2 4 0</inkml:trace>
  <inkml:trace contextRef="#ctx0" brushRef="#br0" timeOffset="70">14833 15669 7973,'0'14'208,"0"1"0,0-1 0,0 0 1,0 1-1,0-1 756,0 0 0,0-7 0,0-7 1,0-8-1,0-6 0,0-4 0,0-3 1,0-1-1,0-4 0,0-1-636,0-2 0,6 0 1,2 1-1,2 0 0,-1 5 1,1 3-1,-1 6 0,1 3 1,1 3-1,2 1 0,1 6 1,1 6-856,-1 9 0,0 4 0,1 9 0,-2 3 0,-2 0 0,-2 2 0,3 0 0,0 2 0,4-2 0,0-2 0,0-2 0,-3-3 527,0-1 0,0-6 0,1 2 0</inkml:trace>
  <inkml:trace contextRef="#ctx0" brushRef="#br0" timeOffset="71">15135 15611 8049,'9'-22'473,"1"3"1,0 3 0,6 3 0,1 2-1,4 1 1,3 1 0,6-1 0,7 2 0,5 0-1,1 2 1,0-1 0,0 4-555,0 1 0,4-2 0,-3-1 1,-4 2-1,-5 1 0,-7 2 0,-8 0 81,-4 0 0,-1-13 0,-1-3 0</inkml:trace>
  <inkml:trace contextRef="#ctx0" brushRef="#br0" timeOffset="72">15408 15007 7973,'0'21'555,"0"3"1,0 9 0,0 6-1,0 5 1,0 8 0,0 7-1,0 3 1,0 4 0,0-2-1,0-1 1,0-2-689,0-2 1,-5-12 0,1-6 0,0-4-1,3-5 1,2-3 0,4-7 0,3-9-454,0-11 1,5-9 0,-4-7 0,4-1 0,2 1 0,-1 0-1,0-1 1,1 2 0,1 2 0,1 2 0,4-2 0,2-2 715,2-2 1,1 6 0,-1-1 0,-2-1 0,-1 0 0,-1 0 0,0 1 0,-5-1 0,-4-2 0,-4-1 0,-1-1 0,-4 1 465,-1-1 1,-2 6 0,-2 1 0,-3 1 0,-4 4 0,-4 2 0,-2 1 0,-1 1 0,-1 4 0,-2 5 0,1 4 0,2 5-551,2 5 0,1-1 1,3 1-1,6 1 1,2 2-1,2 1 1,0-3-1,2-3 1,2-1-1,6-3 1,4-2-1,4-2-159,1 1 0,7-7 0,-2-4 0,3-2 0,0-2 0,-1-2 0,-4-1 0,-1-5 1,-5-3-1,-4-5 0,-2-2 0,1-1 449,2 0 0,-3-7 0,-1 3 1,2-5-1,2 0 0,2-1 0,1 0 1,1 2-1,2 1 0,1 4 1,-1 1-1,1 3-1363,3 3 0,-4 2 0,3 3 0,1 5 0,-2 4 1027,-1 1 0,6 6 0,-4 2 0</inkml:trace>
  <inkml:trace contextRef="#ctx0" brushRef="#br0" timeOffset="73">16358 15640 7973,'-5'-14'3068,"0"-1"1,2 4-2463,1 6 1,2 2 0,2 11 0,1 0 0,2 0 0,-2 3 0,0 2 0,0 1 0,2 1 0,0-1 0,0 1-452,0-1 1,1 0 0,-1 1 0,3-1 0,0 0 0,-2-1 0,-1-2 0,1-1 246,2 1 1,-3-4-1,5-3 1,-1-4-591,-1-4 1,0 0 0,-4-5 0,2-1 0,0 1-1,2-1 1,-1-1 0,1-2 0,0 0 0,1 1 186,-1-3 1,3 4 0,-4-8 0,-1 3-1,2 1 1,0-1 0,2-1 0,-2-2-1,-2 3 1,-1 3 0,0 3 0,0-1-961,1-2 0,-4 4 0,4 1-5862,0 1 6823,-4 2 0,4 12 0,-6 1 0</inkml:trace>
  <inkml:trace contextRef="#ctx0" brushRef="#br0" timeOffset="74">16832 15525 7973,'0'-14'848,"0"-1"1,0 6-1,0 2 1,0 6-1,0 7 1,0 7-1,0 6 1,0 3 2063,0 1-3291,0 4 1,-1-6 0,-2 4-1,-2-2 1,2-1 0,1-1 0,0 0-1,-1-4 1,-2-1 0,2-2-1,2-2 1,1-8 0,0-8 0,0-8-1,0-2 1,0 0 378,0-1 0,6-5 0,2-3 0</inkml:trace>
  <inkml:trace contextRef="#ctx0" brushRef="#br0" timeOffset="75">17019 15597 7973,'0'-10'1348,"2"2"0,3 2 0,4 1-1021,4-1 1,3 4 0,2-3-1,1 4 1,-1 1 0,-1-2-1,1-1 1,1-2 0,-2 0-1,-1 0 1,-1-1 0,-1-2 0,-1-3-1,-3-2-1070,-6-1 797,-8 6 1,0-3 0,-5 6 0,-4 2-1,-3 1 1,-5 4 0,0 2 0,-1 6-1,1 3 1,1 3 0,2 3 0,2 5-1,2 3 1,1 0 0,3-1 0,5-2 0,4 1-1,1 3 1,0-1 0,1-2 0,6-2-1,7-3 1,9-2-1469,4-2 1,3-8 0,4-3 0,4-4 0,4-2 1413,1-4 0,0-9 0,0-9 0</inkml:trace>
  <inkml:trace contextRef="#ctx0" brushRef="#br0" timeOffset="76">17537 15539 7973,'0'-22'586,"0"1"1,0 7 0,0 3-1,0 7 1,0 14 0,-1 11-1,-2 6-21,-2 2 1,0-1 0,5 1 0,0 0 0,0 0 0,2 0 0,1-2 0,3-2 0,2-2 0,3-3 0,2-4 0,3-3-494,3-3 0,-1-7 0,4 2 0,1-5 1,-1-7-1,2-7 0,0-8 0,-2-6 0,-1 0 1,-3-1-1,-2 2 0,-4 1-515,-2 2 0,1 7 1,-6 1-1,-2 9 1,-1 14-1,-2 7 1,0 7-1,0 0 210,0-1 0,0 1 0,1-3 0,4 1 0,5-3 0,3-3 0,1-5 0,0-2 0,1-3 0,-1-1 0,1-4 0,-3-4 450,-2-9 1,3 0-1,-4-8 1,3 1-1,-1-1 1,-3-1-1,0 0 1,0 2-1,1 1 1,1 4-1,1 1 1,3 1-218,4 1 0,8 0 0,-4-1 0</inkml:trace>
  <inkml:trace contextRef="#ctx0" brushRef="#br0" timeOffset="77">18415 15510 12227,'-22'-6'0,"2"-2"0,4 0 0,2 2 0,1 3 814,4 3 1,9 3 0,9 11 0,4 0 0,0 1 0,-2-1 0,-1 1 0,-1-1 0,1 0 0,-2 2 0,-2 2-1048,-3 1 0,4 0 0,-2-3 0,-4 2 0,-2 1 0,-6-1 0,-1-2 0,-3-2 0,-3 0 0,-4 1 233,-1-1 0,-7 7 0,4 1 0</inkml:trace>
  <inkml:trace contextRef="#ctx0" brushRef="#br0" timeOffset="78">19882 15611 7973,'0'-14'1283,"0"4"1,-1 4 0,-2 6 0,-2 9-994,2 7 0,1 12 0,2-1 0,0 5 0,0 0 0,0-2 1,0-3-1,2-1 0,1-4 0,3-1 0,1-3 0,1-4 1,0-4-1,3-6 0,3-4 13,5-4 1,-3-9-1,4-8 1,-4-1-1,-2-4 1,0-1-1,1 0 1,-1 1-1,0 4-710,1 1 1,-1 11 0,-1 14-1,-3 8 1,-4 4 0,0 0 0,2-1-1,2-2 1,-2-2 0,0-3 820,0-2 0,-3-1 0,4-5 0,1-2 0,0-4 1,-2-7-1,0-4 0,-2-3 0,0 1 0,-1-2 0,0 1-1912,0-1 1,4 0-1,-2 5 1,1 0 1497,3 3 0,8 2 0,3-3 0</inkml:trace>
  <inkml:trace contextRef="#ctx0" brushRef="#br0" timeOffset="79">20602 15582 8344,'0'-14'974,"-2"6"1,-1 5 0,-2 6 0,2 7 0,1 2 0,2 4 0,0 2 0,0 3 0,0 0-1146,0-1 0,0 6 0,-1-4 0,-2 1 0,-2-4 0,2-3 0,-1-2 0,1 1-346,-2-1 1,1-9 0,4-8-1,0-12 1,1-6 0,4-4-1,5-2 1,4-2 0,4 0-1,2 2 1,3 1 0,2 4 950,2 1 1,4-3 0,2 5 0,7 1 0,5 4 0,3 3 0,-3 3 0,-4 2 0,-4 1 0,-2 0 0,-3 0 0,-3 2-2119,-5 1 0,-3 2 0,-7 0 1684,1 0 0,-7-6 0,-2-2 0</inkml:trace>
  <inkml:trace contextRef="#ctx0" brushRef="#br0" timeOffset="80">20976 14820 7973,'0'11'198,"0"2"0,0 4 0,0 4 0,0 6 0,0 5 0,0 10 1,0 9-1,0 13 0,-2 10 0,-3 6 416,-4-1 0,3-37 0,-1 0 0,-7 33 0,-1-5 1,2-8-1,2-7 0,3-9 0,2-6 0,3-8 0,1-6 1,4-9-3312,3-6 1,-2-4 0,6-10 2696,2-7 0,9-12 0,2-15 0</inkml:trace>
  <inkml:trace contextRef="#ctx0" brushRef="#br0" timeOffset="81">21350 14734 7973,'0'14'427,"0"0"0,0 2 1,-2 5-1,-1 9 1,-3 14-1,-2 12 0,-3 11 1,-2 8-1,-2 5 1,1 0 566,0-4 0,1-4 1,2-8-1,3-9 1,1-14-1,4-9 0,1-8 1,4-5-1,1-6-741,2-10 1,6-9 0,0-12 0,5-2 0,4-3-1,-1-2 1,0-1 0,2 1 0,-1 2 0,1 4-1,-3 5 1,-2 4-667,-2 4 1,-4 1 0,-1 6 0,1 6 0,-2 7 0,-3 9 0,-2 4 0,0 1 0,2 1 0,-2 0 0,-1 0 0,-2 0 51,0-1 1,5 1-1,1-2 1,0-3-1,2-5 1,0-3-1,4-1 1,2-2 360,5-4 0,3-2 0,7-7 0</inkml:trace>
  <inkml:trace contextRef="#ctx0" brushRef="#br0" timeOffset="82">23220 15741 7973,'-6'-15'799,"4"1"0,-3 0 0,4-1-284,1 1 1,1 6-1,6 5 1,6 4 0,6 4-1,3-2 1,4-1 0,1-2-1,3 0 1,4-2-1,3-1 1,-1-3 0,0-2-1,-3-4 1,-1-2-433,-5-5 1,0 3-1,-9-5 1,-5 2-1,-7-2 1,-4 0 0,-4 1-1,-3 2 1,-6 4-1,-6 4 1,-7 5 0,-2 4-275,2 1 1,-3 6 0,5 5 0,-2 7 0,1 6 0,2 3-1,5 3 1,5 2 0,6 2 0,4-1 0,1 1 0,0-2-153,0-5 0,11 2 0,5-7 1,6 1-1,7-6 0,5-6 0,2-6 1,6-3-1,3-4 0,3-3 0,-2-6 1,-3-6 178,-4-7 1,-6-4 0,-9 0-1,-5-1 1,-4-1 0,-6-2 0,-4-2-1,-3 2 1,-2 2 0,0 2-1,0 3 488,0 1 0,1 8 1,4 2-1,5 9 1,1 8-1,0 8 0,-1 7 1,1 7-1,3 6 1,4 2-1,1 1-37,-1 1 1,-2 0 0,-2 4 0,2-6 0,2-3 0,2-2 0,3-3 0,1-2-1,0-3 1,0-4 0,0-4-288,-2-8 0,5-2 0,-4-2 0</inkml:trace>
  <inkml:trace contextRef="#ctx0" brushRef="#br0" timeOffset="83">24371 15554 7973,'-29'-15'448,"1"7"1,-1 3 0,0 4 0,0 2-1,0 4 1,1 6 0,-1 5 0,0 5 0,2 2-1,3 2 1,5 2 208,3 2 0,8-5 0,3 0 0,3 0 0,2-2 0,2-2-657,3-4 0,9-8 0,9-2 0</inkml:trace>
  <inkml:trace contextRef="#ctx0" brushRef="#br0" timeOffset="84">24501 15626 8361,'4'11'558,"1"2"1,-2 4 0,1 6 0,-1 9 0,2 9-1,-1 12 1,1 8 0,0 6 0,-2 5 0,-1 1-287,-2-1 1,-2-5 0,-3-14 0,-4-5 0,-4-5-1,-3-6 1,-2-8 0,-1-10 0,0-8 0,0-6-1,0-7 1,1-6-415,2-6 0,3-15 1,4-1-1,2-5 1,3-7-1,-1-3 1,2-4-1,3-2 1,4-4-1,6-1 1,4-3-1,4 0-144,1 1 0,7-1 0,-2 11 0,4 2 0,6 1 1,3 4-1,1 4 0,-1 8 0,0 10 0,-2 8 1,0 6-1,-5 3 486,-4 2 1,-5 7 0,-8 2 0,-2 4 0,-3 3 0,-2 2 0,-3 1 0,-1-2 0,-2-1 0,0-1 0,-2-1 0,-3-1-88,-4-3 0,-5-2 0,-4-5 0,-3 2 0,0-2 0,-1-2 0,1-1 1,0-1-1,4-4 0,1-3 0,1-2 0,1 1-652,0-2 0,6 3 0,3-2 0,3-1 0,4 0 0,3 1 0,6 5 0,5 4 0,5 1 0,1 0 0,4 0 386,1 0 1,2 0 0,-1 0 0,1 1-1,1 2 1,2 2 0,2-2 0,-2-1-1,-2-2 1,-1 0 0,0 0 0,-2-2 547,-3-2 1,2-4-1,-9-7 1,-2 1 0,-6-1-1,-2-1 1,-4-1 0,-2-2-1,-2 3 1,-4 3-1,-5 5 1,-2 0-31,-3 0 1,-1 5 0,-1 0 0,-4 4 0,0 7 0,-1 3 0,1 5-1,0 2 1,4 1 0,2 2 0,4 1 0,3 2-339,2-1 1,1 2-1,5-4 1,0 0 0,1 0-1,6-4 1,6-1-1,6-3 1,3-2 0,4-3-1,3-2 1,1-2-100,-1-3 0,3-7 1,-10-4-1,2-3 1,-2-1-1,-1 0 1,-3-1-1,-4-1 1,-3-1-1,-3-4 1,0 0-1,-1-1 127,-1-1 1,4 6 0,-4-2 0,0 1-1,2 0 1,-1-1 0,1 2 0,0 2 0,3 6-834,2 4 1,1 3 0,1 4 0,-1 3 0,0 3 0,1 1 0,-1 1 0,1-1 0,-1 1 0,0-2 607,1-2 1,-1 6 0,0-4 0,-1 1 929,-3 1 0,-4-5 0,-6 4 0,0 2 0,0 2 0,0 2 0,0-1 0,0 0 0,0 1-1392,0-1 0,0 1 1,0-1-1,2-1 0,3-4 1,4-4-1,4-3 364,1-2 0,-4-7 0,0-2 1,1-4-1,2-1 0,1-1 0,0 1 1,1-1-1,1 1 0,1 1 1,2 2-1,1 1 752,0-1 0,-4 0 0,5 0 0,-2 3 1,2 0-1,0 1 0,0-1 0,-4 0 1,-1-1-1,-3-1 0,-3 1-282,-6-2 1,-2 3 0,-4 0 0,-2 1 0,-8 4 0,-4 3-1,-3 3 1,2 4 0,-1 2 0,1 6-60,-3 2 0,6 2 0,4-3 1,1 2-1,1 1 0,1-1 1,3-1-1,-1 1 0,2 1 0,3-3 1,3-3 28,2-4 1,6-5-1,-2 0 1,4-2 0,3-2-1,2-2 1,3-2-1,-1-6 1,3-3 0,-1-3-1,2-1 1,0-4-453,0-2 0,0 6 1,3-4-1,-3 2 1,-3 0-1,-2 1 0,0 4 1,-1 4-1,-4 7 151,-4 6 0,-4 10 0,-6 8 1,0-1-1,0 3 0,0-1 1,-1 2-1,-3 0 0,0-1 1,0-1-1,4-1 0,5 0-1480,5-4 0,3-2 0,3-4 0,3-3 1609,5-2 0,9-1 0,4-5 0</inkml:trace>
  <inkml:trace contextRef="#ctx0" brushRef="#br0" timeOffset="85">26702 15510 7973,'0'-22'299,"-5"1"0,-1 7 0,-2 0 0,-4 1 0,0 3 0,-3 5 0,-1 4 0,-1 2 0,-4 4 0,-1 6 0,-4 5 231,-1 4 1,4 4-1,3-4 1,0 3 0,1 2-1,3 1 1,5-1-1,6-2 1,4-1 0,1-1-1,0 0 1,0-4-414,0-1 1,6-8 0,5-3 0,7-3-1,4-2 1,2 0 0,0 0 0,2-2-1,-1-3 1,1-4 0,-2-2 0,0-1-506,-2 3 1,4-1 0,-5-3 0,1 2 0,2 2 0,0-1 0,-2 0-1,-1 1 1,-2-1 0,2 1 0,1-1 0,1 0 307,-4 2 1,-3-4-1,-3 2 1,-2-3-1,-3-1 1,0 0-1,-2-1 1,-1 1-1,-6 1 1,-7 3 525,-5 6 0,-2 2 1,1 2-1,0 3 0,-1 5 1,1 7-1,-1 2 0,3 2 1,0 2-1,4 1 0,2 2 1,3-1-534,1-4 1,2-3 0,0-2 0,2 1 0,3-1 0,6 1 0,6-3 0,7-2 0,5-5 0,5-4 0,4-1 0,4 0-9745,1 0 9764,0-6 1,7-2 0,1-6 0</inkml:trace>
  <inkml:trace contextRef="#ctx0" brushRef="#br0" timeOffset="86">27709 14805 7973,'-8'-14'391,"-3"4"0,4 3 0,-1 0 0,-1 6 0,-1 4 1,2 8-1,2 8 0,3 10 0,-1 8 0,1 6 242,-2 5 1,1-2-1,4 7 1,0 1 0,0 1-1,0-3 1,0-4 0,0-5-1,1-4 1,4-6 0,5-4-1,2-5-820,3-5 1,-6-4 0,-1-7-1,-1-8 1,-4-10 0,-2-6-1,-1-3 1,-1 0 0,-4 0-1,-6-1 248,-7 3 1,2 2 0,-4 6 0,-1 4 0,-3 3 0,-3 4 0,-1 3 0,3 6 0,1 7 0,0 6 0,0 3 0,3 2 199,5-1 0,0 1 1,11 0-1,2 0 0,2-2 1,2-3-1,6-5 0,5-3 1,8-3-1,2-2 1,4-3-1,1-2-261,1-2 0,8 4 0,0 0 0</inkml:trace>
  <inkml:trace contextRef="#ctx0" brushRef="#br0" timeOffset="87">29119 14906 7973,'5'-14'623,"-1"-1"0,1 1 0,-5 3 0,-1 8 0,-3 12 0,-2 14 0,-2 10 1,-3 10-1,0 9 0,-1 3 0,3 3 0,-1 0-346,2-1 1,-3 1 0,6-2-1,2-4 1,1-4 0,2-3-1,2-3 1,3-6 0,6-7-1,7-10 1,6-7 0,4-8-1098,6-2 1,4-2 0,9-3 0,1-7 0,-2-7-1,-1-6 1,-4-1 0,-6-1 0,-9-3 0,-12 1 0,-7 3-1,-9 4 1029,-6-1 0,-6 10 1,-5-2-1,-4 5 0,-1 5 1,0 1-1,-1 4 0,-1 2 1,1 6-1,2 3 1,2 1-1,4 2 340,1 3 1,8-3-1,3 4 1,3-5-1,2 0 1,0-1-1,2-1 1,3-3 0,4-6-1,4-2 1,3-2-1,2 0-686,1 0 1,5-6 0,-5-4 0,-1-3 0,-2-1-1,-2 0 1,-1-1 0,-2 1 0,-3-1 0,-2 1-1,-1 1-7636,2 4 7773,-6 2 0,12 1 0,-5-2 0</inkml:trace>
  <inkml:trace contextRef="#ctx0" brushRef="#br0" timeOffset="88">29838 15381 7973,'0'-14'711,"0"-1"0,0 1 1,0-1-1,0 1 1,-1 1-1,-4 4 1,-5 4-1,-3 3 0,-1 2 1,0 0-1,-2 2-329,-4 3 1,3 3-1,-6 6 1,3 2 0,2 2-1,2 1 1,3 0-1,2 0 1,3 0 0,2-1-1,4-2-349,5-2 1,1-1 0,5-3-1,2-5 1,2-4 0,3-1-1,2 0 1,1 0 0,0-1-1,0-3 1,0-2 0,-1-2-188,-2-3 1,-2 3-1,1-2 1,-1 1 0,1 1-1,-3 1 1,-1 2 251,-1 1 0,-7 0 1,2 9-1,-3 5 1,-1 1-1,2 0 1,2-1-1,-2 1-2057,-1 2 1,-2 1 0,2 0 0,2 1 1958,6-1 0,9 1 0,4-1 0</inkml:trace>
  <inkml:trace contextRef="#ctx0" brushRef="#br0" timeOffset="89">30097 15424 12368,'-6'15'839,"4"-6"0,-3 1 0,4 1 0,1 2 0,0 1-197,0 0 0,-5-7 0,0-7 0,2-8 0,3-5 0,5-1 0,4-1 0,4-1 0,1-1 0,2-4 0,2 0-590,1 0 1,7 2 0,-4 5-1,2 1 1,0 2 0,0 3-1,-2 1 1,-2 4 0,-4 2-1,-2 4 1,0 5 0,-1 6-521,-3 2 1,1 5 0,-6 0 0,0 1-1,-1 2 1,1 0 0,-2 0 0,-1 2 467,-2 1 0,0 2 0,0-1 0</inkml:trace>
  <inkml:trace contextRef="#ctx0" brushRef="#br0" timeOffset="90">20501 16964 7973,'-10'0'109,"2"-2"0,0-1 0,0-2 0,-3 2 0,-1 1 131,-3 2 0,6 2 0,-1 3 1,-1 4-1,-2 6 0,0 2 1,2 4-1,3 1 0,2 2 1,2 0-1,3-1 0,2-2 1,4-4-1,5-1 0,4-3 0,5-3 137,5-6 1,4-4 0,0-4 0,1-6 0,0-4-1,0-6 1,-1-4 0,1-3 0,-2-2 0,-3-1-1,-6-2 1,-7-1-120,-6 1 0,-5-4 1,-5 4-1,-6 4 1,-7 4-1,-6 4 1,-3 6-1,-2 4 1,2 4-1,3 4 1,5 7-1,5 8-7701,4 5 7443,4 7 0,6-2 0,0 5 0</inkml:trace>
  <inkml:trace contextRef="#ctx0" brushRef="#br0" timeOffset="91">20990 17194 8771,'10'-14'0,"-1"-2"641,3-4 0,-4 3 0,0-7 0,0 0 0,-2 0 0,0-2 0,-1-3 1,0-4-1,0-2 0,-2-2 0,-1 0 0,-4-3-78,-3-1 0,-3-7 0,-6-2 0,1 1 0,2-1 0,3 4 0,1 1 0,4 2 0,3 1 0,7 4 0,7 4 0,10 4-1152,8 1 1,9 7-1,7 4 1,0 7-1,0 6 1,2 4-1,1 2 1,2 6 0,-2 5-1,-3 7 1,-5 4 588,-5 2 0,-2 3 0,-8 0 0</inkml:trace>
  <inkml:trace contextRef="#ctx0" brushRef="#br0" timeOffset="92">21120 16690 7973,'-29'0'629,"2"-1"1,3-4-1,6-5 1,9-2-1,9-1 1,8 2-1,6 3-393,5 1 0,8 2 0,7 5 1,-1 0-1,1 0 0,1 2 0,0 3 1,2 4-1,0 6-236,3 4 0,-5 3 0,0 7 0</inkml:trace>
  <inkml:trace contextRef="#ctx0" brushRef="#br0" timeOffset="93">21710 17122 8462,'-15'-2'685,"1"-2"1,-1-4 0,3-7 0,0 1-1,3-2 1,-1-2 0,1-3 0,1-1 0,0-5-1,1-5 1,-1-6 0,0-4-14,-3-1 1,3-5-1,0-2 1,2 1 0,3-2-1,1 3 1,2 1-1,2 6 1,2-1 0,7 2-1,9 0 1,7 5-1205,5 5 1,8-1-1,0 12 1,4 2 0,6 1-1,0 3 1,-1 3-1,-2 5 1,-3 5 0,-1 5-1,1 6 1,-4 5-1776,-7 4 1,-6 5-1,-14-1 1,-5 3 2306,-8 2 0,-13 0 0,-9 0 0</inkml:trace>
  <inkml:trace contextRef="#ctx0" brushRef="#br0" timeOffset="94">21523 16647 7973,'-24'0'805,"0"0"1,6 0 0,-1 0 0,3 0 0,5 0-1,6-1 1,11-3 0,10 0-441,8 0 1,3-2 0,4 1-1,1 2 1,3 1 0,0 2 0,2 0-1,0 2 1,3 3 0,1 4-1,2 3-365,0-3 0,1 10 0,-1-3 0</inkml:trace>
  <inkml:trace contextRef="#ctx0" brushRef="#br0" timeOffset="95">22084 16748 7973,'0'-15'1217,"1"3"0,2 4 0,2 9 0,-2 11 0,-1 7 0,-2 3 0,0 2-1116,0-2 1,0 9 0,0-6 0,0 1 0,0 1 0,0-1 0,0-1-1,0-2 1,0-3 0,2-2 0,1-2-102,2-2 0,6 1 0,-3-1 0</inkml:trace>
  <inkml:trace contextRef="#ctx0" brushRef="#br0" timeOffset="96">22702 16791 7973,'0'-14'474,"-1"-1"1,-4 2-1,-5 2 1,-3 3-1,-1 2 1,0 3-1,-2 1 1,-3 4-1,-5 3 1,-4 4-1,1 4 1,2 3 0,2 1-1,2 4-163,4 2 0,-2-1 0,3 2 1,5-3-1,3-2 0,4 0 1,3-1-1,1-2 0,0-2 1,1-1-1,6-4 0,6-4-709,4-3 0,9-2 0,-4 0 1,2 0-1,0 0 0,0 0 0,0-2 1,0-1-1,0-3 0,0-1 0,-2 1 1,1 1 159,-1-1 0,-3 3 0,5-5 0,0 0 1,0 1-1,-1-1 0,-1 0 0,0-3 1,2-2-1,-1 0 0,-4 1 0,-3-1 617,-2-3 0,1-2 0,-3 4 0,-2-1 0,-5 1 0,-4 0 0,-1-1 0,-1 2 0,-4 2 0,-5 3 0,-2 2 0,-3 3-94,1 1 0,-1 4 1,-1 3-1,-1 4 1,-2 5-1,1 4 0,2 1 1,2 0-1,1 1 1,2 0-1,3 1 0,1 2-580,4-1 1,-3-4 0,1 2 0,3 0-1,6-1 1,7-2 0,6-1 0,6-3 0,1-3-1,0-4 1,1-1 0,2 0-314,2-2 1,3-2 0,-1-1 0,-4-1-1,-2-2 1,-2-4 0,-3 1 0,-2-2 0,-2 1-1,-5-1 1,-1 0 986,-2-3 1,-5-2 0,2-1-1,-4 0 1,-1-1 0,0 1 0,0 0-1,0-2 1,0-2 0,0-1 0,0 0-1,0-1-52,0 1 0,0 0 1,0 5-1,2-1 0,3 1 1,4 1-1,4 2 0,2 3 1,-1 2-1,2 2 0,3 3 1,3 1-1525,1 0 1,9 0-1,-3 1 1,1 3 0,2 0-1,0 0 1,3-3 1196,2-1 0,1 0 0,5 0 0</inkml:trace>
  <inkml:trace contextRef="#ctx0" brushRef="#br0" timeOffset="97">23724 16705 7973,'-13'-10'354,"2"2"0,1 2 0,-1 1 1,-3 0-1,-4 0 0,-1 2 0,0 2 1,-2 1-1,-2 1 0,1 4 185,3 5 0,3 2 0,2 1 0,1-2 0,3-1 1,5 1-1,4 2 0,1 1 0,0 1 0,1-1 0,4 0 1,6-1-401,7-3 1,-1 3 0,7-4 0,0 4 0,0 1 0,-1 1 0,-2-1 0,-4 1 0,-1-1 0,-1 0 0,-3 1-234,-2-1 0,-4 0 0,-7 1 0,-4-1 0,-5-1 0,-4-2 0,-5-3 0,-5 0 0,-5 0 94,-5 3 0,-2 2 0,-7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03:52:00.456"/>
    </inkml:context>
    <inkml:brush xml:id="br0">
      <inkml:brushProperty name="height" value="0.053" units="cm"/>
      <inkml:brushProperty name="color" value="#FF0000"/>
    </inkml:brush>
  </inkml:definitions>
  <inkml:trace contextRef="#ctx0" brushRef="#br0">14833 9525 7973,'1'-10'781,"4"2"0,5 2 0,4 3 0,4 1 0,2 2 1,1-1-1,0-3 0,-2-2-516,2-2 1,-5 0-1,3-3 1,-5 1 0,-4-1-1,-5-2 1,-4-1 0,-1 0-1,0-1 1,-1 2 0,-6 2-1,-5 3 1,-8 2 0,-2 3-1,-3 3 1,-3 4-202,0 6 1,4 4 0,0 6-1,0 3 1,1 5 0,4 2-1,3 2 1,3 2 0,4-1-1,4 1 1,3-2 0,4-4-955,3-2 1,4-7-1,10 4 1,5-4 0,4-5-1,2-4 1,4-4 889,4-3 0,3-14 0,3-5 0</inkml:trace>
  <inkml:trace contextRef="#ctx0" brushRef="#br0" timeOffset="1">15336 9352 7973,'-27'-4'489,"1"-3"0,2 1 1,0-1-1,0 6 0,2 4 1,1 7-1,4 2 0,2 3 1,6-1 85,4 1 1,5-1 0,5 0 0,4-1 0,4-2 0,3-1-1,2 1 1,1 2 0,-2 1 0,-1 1 0,-1 1 0,-2 1-1164,-4 2 1,-1 2-1,-5-3 1,2 3-1,-3-1 1,-4 1-1,-4-5 1,-2-3-1,-3-4 588,-2 3 0,-8-12 0,-1-2 0</inkml:trace>
  <inkml:trace contextRef="#ctx0" brushRef="#br0" timeOffset="2">15351 9424 8223,'24'-6'0,"0"-2"398,1 0 1,2-5 0,4 4 0,1-3 0,3 1 0,2 2 0,3-1 0,1 0-1,1 2 1,-4 0 0,-4 2 0,-4 0-1522,-1 2 1,-2-2 1122,-3 1 0,-10-6 0,-7 3 0</inkml:trace>
  <inkml:trace contextRef="#ctx0" brushRef="#br0" timeOffset="3">15610 8762 7973,'-15'-8'610,"1"-3"1,-1 8 0,3 5-1,2 7 1,5 9 0,4 7 0,1 7-1,0 8 1,0 7 0,0 5 4,0 4 0,4 4 0,3 0 1,-1 3-1,2-3 0,0 0 1,3-4-1,2-2 0,2-5 1,-1-4-1,0-8 0,1-5-9169,-1-3 8554,0-7 0,1-1 0,-1-7 0</inkml:trace>
  <inkml:trace contextRef="#ctx0" brushRef="#br0" timeOffset="4">15840 9410 7973,'0'-6'529,"0"5"1,1 9 0,3 7 0,0 4 0,1 3 0,0 2 0,1 2-154,2 4 0,2-1 0,3 5 0,-2-5-376,-2-6 0,1 5 0,4-6 0</inkml:trace>
  <inkml:trace contextRef="#ctx0" brushRef="#br0" timeOffset="5">16156 9683 7973,'-14'0'733,"-1"0"0,3-1 0,0-4 0,4-5 0,2-3 0,3-1 1,1 0-1,2-2 4970,0-3-5758,7-4 1,1-1 0,6 0 0,0-1 0,1-1 0,-1 2 0,1 5 0,-1 3 0,2 3 0,0 2 0,0 3 0,-3 2 0,0 4 0,-1 5 0,3 7 0,-3 4 0,0 5 0,-4 5 0,-2 3 0,-1 1 0,0-3 0,-1-1 0,1 0-184,2-1 1,-6-3-1,4-5 1,-2-1 0,0-3-1,4-6 1,1-10 0,1-7-1,1-8 606,0-4 1,-6 2 0,6-2 0,0-2 0,-1 1 0,-1 1 0,0 5 0,-1 3 0,1 3-672,0 3 0,0 12 1,1 11-1,-4 6 1,-3 2-1,-2 1 1,1 0-1,2 2 0,4-1 1,1-2-1,3-2 1,2 0-3321,1-1 0,5-4 3623,0-5 0,13-2 0,-1-7 0</inkml:trace>
  <inkml:trace contextRef="#ctx0" brushRef="#br0" timeOffset="6">16947 9424 7973,'-9'-14'526,"-1"0"1,1-1-1,-6 2 1,1 4 0,0 4-1,-2 3 1,-2 4 0,-1 4-1,1 7 1,2 6 0,3 2-1,2 1-142,2 1 1,4 1-1,-3 3 1,1-3 0,4-5-1,2-3 1,1-1 0,1-1-1,4-1 1,3-2 0,2-3-632,-1-2 0,1-1 0,4-5 0,1 0 1,-1 0-1,0 0 0,1 0 0,-1 0 0,1 0 1,-1 0-477,0 0 0,1 5 0,-1 0 0,0-1 1,1 1-1,-1 0 0,-1 0 0,-2 0 723,-1-1 0,-1 1 0,6-5 0</inkml:trace>
  <inkml:trace contextRef="#ctx0" brushRef="#br0" timeOffset="7">17048 9482 8221,'2'-13'634,"3"2"1,6 3-1,5 1 1,5 3 0,1-1-1,4-2 1,2 1 0,6 0-1,3 1-697,-1-2 0,1 4 0,-5-5 0,2 0 0,-4 2 0,-3-2 63,-3 0 0,-6-2 0,3-4 0</inkml:trace>
  <inkml:trace contextRef="#ctx0" brushRef="#br0" timeOffset="8">17206 8604 8840,'-12'7'887,"2"4"0,5 6 0,4 9 0,2 7 1,4 11-1,3 10 0,2 10 0,-1 8 0,1 1 1,-1 1-855,1-2 1,-5 0 0,4-3-1,1-5 1,0-9 0,-1-3-1,1-8 1,-1-4 0,1-6 0,1-7-1,2-6 1,1-8-34,1-5 0,-1-10 0,0-6 0</inkml:trace>
  <inkml:trace contextRef="#ctx0" brushRef="#br0" timeOffset="9">17509 9396 7973,'-10'0'538,"2"1"1,2 6 0,2 5 0,3 6 0,2 1-1,3 2 1,2 3-312,2 3 0,-3-3 1,4 0-1,3 2 0,0-1-227,3-1 0,6-3 0,1-7 0</inkml:trace>
  <inkml:trace contextRef="#ctx0" brushRef="#br0" timeOffset="10">17768 9611 6837,'14'8'1313,"-6"2"0,-3-10 1,-4-6-1,-1-6 1,0-2-1,0 0-1024,0-1 0,0-4 1,0 0-1,0 1 0,0 2 1,2 2-1,3-1 1,4 3-1,4 2 0,1 5-1450,1 4 0,-6 2 1,1 4-1,1 5 1,2 2-1,1 1 1,2-2-1,4-1 1161,4 1 0,3 2 0,2 1 0</inkml:trace>
  <inkml:trace contextRef="#ctx0" brushRef="#br0" timeOffset="11">18285 9424 7973,'-6'-13'361,"-4"4"0,-2-2 0,-3 6 0,1 2 0,0 1 0,-1 4 0,1 3 0,-1 4 0,1 4 0,1 3 0,2 1-112,1 3 0,7 0 0,-2-2 0,4 1 0,1-1 0,1-4 0,4-3 0,5-1 0,3 0 0,1-2 0,0-4-150,1-2 0,-1-2 0,1 0 0,-3-2 0,0-1 1,-3-2-1,2 2 0,2 2 0,1 1 0,1 0 1,-1 1-52,1 4 1,-1-2 0,0 7 0,1 3 0,-1 3 0,1 4 0,-1 3 0,0 4 0,1 5 0,-1 6 0,-1 4 0,-4 1 75,-4 0 0,-3 7 0,-2 1 0,-2 0 0,-3-3 0,-6-3 0,-6-4 0,-9-1 0,-3-5 0,-1-3 0,4-6 0,2-5-8243,2-8 8119,4-5 0,-2-8 0,5 0 0</inkml:trace>
  <inkml:trace contextRef="#ctx0" brushRef="#br0" timeOffset="12">19120 9410 7973,'-13'-6'819,"4"-4"0,2 2 0,7-2 0,3 1 0,7-1 1,12 2-1,13 0 0,13 0 0,8-1 0,7-1 0,4 2 1,3 0 5911,2 0-7442,0 5 1,3-4 0,-1 7 0,-7 0 0,-5 0-1,-7 0 1,-4 0 0,-8 0 0,-8 0 710,-11 0 0,-19 0 0,-7 0 0</inkml:trace>
  <inkml:trace contextRef="#ctx0" brushRef="#br0" timeOffset="13">19552 8460 7973,'-15'-8'665,"2"3"0,4 13 1,4 12-1,5 13 1,3 12-1,4 13 1,1 10-1,-4-27 1,1 1-1,-1 4 1,0 1-1,-1 3 1,-1 1-515,-1 1 0,0 0 0,-1 1 0,0 1 0,0-3 1,0-1-1,0-3 0,0 0 0,0 33 0,0-15 0,0-12 1,0-10-1,0-9 0,1-9 0,4-7-4791,5-7 1,2-12 4639,3-14 0,-1-12 0,0-10 0</inkml:trace>
  <inkml:trace contextRef="#ctx0" brushRef="#br0" timeOffset="14">19767 8431 7973,'-14'2'425,"1"3"1,4 8 0,4 9 0,3 13 0,1 12 0,-3 12 0,0 13 0,2-31 0,0 2 0,1 4 0,1 1 130,0 1 0,0 1 1,0-3-1,0 0 1,0-2-1,0 0 0,0 36 1,0-10-1,1-14 1,3-12-1,2-12 1,2-7-1,2-7 0,-1-4-399,1-6 1,-1-4-1,6-10 1,-1-6 0,0-5-1,2-5 1,4-1-1,2-4 1,0 1 0,-2 1-1,-4 5-533,-2 3 0,0 6 1,1 4-1,-2 6 1,-4 9-1,-4 10 1,-3 7-1,-1 4 1,2-1-1,4-2 452,1-3 0,-4-1 0,6 1 0,1-5 0,2-5 0,1-4 0,1-5 0,-1-4 0,1-1 0,-1-1 0,0-4 0,1-5-356,-1-3 1,5-1-1,1 0 1,-3 1-1,-1 3 1,-3 7-1771,-4 6 0,-2 5 0,-6 7 2050,4-1 0,-3 0 0,4 1 0</inkml:trace>
  <inkml:trace contextRef="#ctx0" brushRef="#br0" timeOffset="15">21911 9137 7973,'-8'-10'533,"3"0"1,4 2 0,1 5 0,1 11 0,4 11 0,5 13 0,1 8-1,0 11 1,-1 9 0,-1 7 0,-1 3 1134,-3 2 1,-2 5-1772,2-1 1,-3 0 0,2-11 0,-4-7 0,-3-9 0,-3-7 0,-2-9 0,-3-10 0,-2-10 0,-2-9 0,3-4 0,2-6 0,5-8 0,4-9 0,-1-4 0,-1-3 0,-2-4 0,2-4 0,1-4 0,1-1-27,-4 0 1,3-7 0,-3-1-1,2 0 1,0 3 0,-2 3-1,2 0 1,1-1 0,2 0 0,0 4-1,0 5 1,2 5 207,3 4 0,8-8 0,7 12 0,3 4 0,2 2 1,4 5-1,3 2 0,2 3 0,-2 2 0,-2 3 1,-1 1-1,0 4-102,-1 2 0,-1 9 1,-3 8-1,-6 1 0,-7 2 1,-6 0-1,-3 0 1,-2 2-1,-2-1 0,-3 1 1,-6-4-1,-7-1-94,-6-3 1,-3-2 0,-1-3 0,-3-2 0,-1-3 0,-1-2 0,1-3 0,3-1 0,3-2 0,6-2 0,2-3 0,7-4 116,3-4 0,9-8 0,7-1 0</inkml:trace>
  <inkml:trace contextRef="#ctx0" brushRef="#br0" timeOffset="16">22328 9511 10044,'0'-15'592,"0"1"0,0-2 0,0-2 0,0-3 1,0-1-1,0-3 0,0-3 0,0 0 0,2-1 1,1 0-1,3 2-746,2 3 1,0-2 0,5 7 0,2 3 0,4 5 0,3 6 0,0 4 0,1 2-1,-1 4 1,2 3 0,0 1-485,0 1 1,-1 0 0,2 2-1,-2 0 1,-1-4 0,-1-2 0,-1-3-1,-2-1 1,-2-2 0,-2 0 1347,1 0 0,-7-7 0,-5-1 0,-6 0 0,-7 4 1,-3 2-1,-3 2 0,-1 0 0,-4 0 0,0 0 1,0 2-454,4 2 1,1 4 0,2 7 0,1-1 0,3 1-1,5-1 1,4 0 0,1 1 0,0-1 0,1 1 0,6-3-144,7-2 0,2 1 0,7-6 1,-1-2-1,0-1 0,4-2 0,-1 0 1,1-2-1,-4-3 0,-1-4 0,-5-4 1,-5-1-436,-6-1 0,-3-4 1,-4 0-1,-3 0 0,-6-1 1,-5 1-1,-3 2 0,1 1 1,2 1-1,4-1 321,2-3 0,-3 3 0,5-5 0</inkml:trace>
  <inkml:trace contextRef="#ctx0" brushRef="#br0" timeOffset="17">23105 8388 8629,'-5'-32'675,"0"4"1,1 2 0,4 12-1,1 4 1,2 10 0,4 16 0,-1 14-1,2 14 1,-1 5 0,-1 4 0,-3 1-1,0 4 1,1 3-627,0-1 0,1 4 1,-5-3-1,0-5 1,0-7-1,0-5 1,0-6-1,0-6 0,2-8-97,3-10 0,-1-7 0,9-12 0,3-3 0,2-2 1,3 2-1,1 0 0,0 2 0,-1 0 0,-2 2 1,-1 4-1,-4 5-169,-3 5 0,-7 3 1,0 1-1,-2 2 1,-4 2-1,-4 1 0,-7 0 1,-6 0-1,-3 2 1,-4 0-1,-1-1 0,-2-2-7,0-2 0,1-6 0,0-2 0,4-2 0,5-3 0,3-1 0,5-4 0,8-1 224,13-2 0,9-12 0,9 1 0</inkml:trace>
  <inkml:trace contextRef="#ctx0" brushRef="#br0" timeOffset="18">23637 9093 7973,'-14'0'705,"1"-1"1,2-2-1,1-2 1,-1 2-1,-2 1 1,-1 2-1,0 2 1,-1 2-90,1 6 0,1 3 0,2 0 0,3-2 0,2-2 1,2 3-1,3 0 0,2 1-720,4-3 0,5-4 0,7-6 1,4 0-1,0 0 0,0 0 0,-4 0 1,-1 2-1,-1 1-432,-1 2 0,-4 1 1,-1-3-1,2 4 0,1 1 1,-1 1-1,-2-1 0,3-1 1,0-3-1,3 1 0,-1-2 1,0-1 535,1-2 0,6-6 0,1-2 0</inkml:trace>
  <inkml:trace contextRef="#ctx0" brushRef="#br0" timeOffset="19">23997 8129 7973,'-2'-19'689,"-2"0"1,0 5 0,-4 9 0,2 8 0,3 15 0,1 12 0,2 13 0,0 10 0,0 6-143,0 3 1,0 9 0,0-1 0,0 7-1,0 1 1,0-1 0,0-7 0,0-6-1,0-6 1,0-7 0,0-10-434,0-10 1,0-17-1,2-15 1,3-11 0,4-7-1,4-3 1,3-2 0,2 1-1,2 4-520,3 3 0,-4 4 1,5 2-1,0 5 0,-2 4 1,-3 2-1,-4 4 1,-6 6-1,-2 5 0,-2 5 1,-1 1-1,-2 2 523,-5-1 1,-5 4-1,-7-5 1,-1 2 0,-1-1-1,-4-3 1,0-2 0,-1-4-1,1-3 1,0-3 0,4 0-1290,1 0 0,3-6 0,3-2 0,6-8 1172,2-5 0,15-14 0,3-3 0</inkml:trace>
  <inkml:trace contextRef="#ctx0" brushRef="#br0" timeOffset="20">24429 8878 7973,'-8'6'986,"3"4"0,3 2 1,2 3-1,0-1 0,0 2 1,0 2-683,0 1 0,0 5 0,0-5 0,2 0 0,1 0 0,3 1 0,1-3 0,1-1-304,0-1 0,1-7 0,6-2 0</inkml:trace>
  <inkml:trace contextRef="#ctx0" brushRef="#br0" timeOffset="21">24731 7957 7973,'0'-15'867,"0"4"0,0 8 0,0 12 0,0 14 1,0 10-1,1 12 0,3 11 3301,0 10 0,1 12-4267,-5-35 1,0 0 0,0 1 0,0 0 0,0 3 0,0 1 0,0-2 0,0 0 0,0-1 0,0 0 0,0-2 0,0 0 0,0 37 0,0-10 0,0-12 0,0-13 0,0-10 0,2-6 0,3-7 0,4-7 0,4-9 98,1-4 0,7-15 0,1-3 0</inkml:trace>
  <inkml:trace contextRef="#ctx0" brushRef="#br0" timeOffset="22">25004 8820 7973,'-8'6'403,"-3"-2"1,5 5 0,-1 2-1,1 2 1,3 2 0,1 1 0,2 3-1,0 5 1,0 1 0,0 1 0,0-2-390,0 1 0,0-2 0,2-1 0,1-1 0,2-3 0,-1-4 0,1-6 0,0-8-529,-2-8 1,-1-11 0,-1-5 0,3-3 0,0-2 0,0-2 0,-1-1 0,0-1 0,3 1 0,2 2 0,4 1-1,0 0 1062,3 0 0,-1 7 0,2 3 0,3 3 0,5 3 0,3 2 0,4 3 0,1 1 0,3 4 1,0 1-1,0 2 0,-1 0-315,1 0 1,-5 2 0,2 1 0,-5 2 0,-4-2-233,-2-1 0,11-2 0,-2 0 0</inkml:trace>
  <inkml:trace contextRef="#ctx0" brushRef="#br0" timeOffset="23">25321 7755 7973,'-7'8'0,"-2"-1"456,-4-1 0,3 8 0,2 14 0,2 10 1,3 16-1,3 17 0,1-30 0,1 2 0,1 5 1,0 0-1,1 4 0,-1 0 0,0 3 1,0 1-1,-1-1 0,-1 0 0,0-2 0,0-1-110,-1-3 0,0-2 0,-2-5 0,-1-1 0,-2 35 0,2-8 0,1-9 0,2-9 0,0-12 0,2-7 0,1-7 0,4-5 0,2-5 0,6-4-3550,2-5 0,9-12 0,-2-7 3204,3-8 0,8-12 0,2-3 0</inkml:trace>
  <inkml:trace contextRef="#ctx0" brushRef="#br0" timeOffset="24">25551 8863 7973,'-2'-8'473,"-1"2"0,-3 1 0,-1 2 0,1 6 0,3 8 0,1 7 0,4 1 1,1 0-124,2 0 1,4 5 0,-2-3 0,1 0 0,1 1 0,1-1 0,-1 0 0,3-4 0,0-1 0,3-1 0,-1-2-351,1-4 0,5-2 0,3-7 0</inkml:trace>
  <inkml:trace contextRef="#ctx0" brushRef="#br0" timeOffset="25">25867 8849 7962,'-14'6'490,"0"-3"0,-1 7 1,1 3-1,-1 4 0,-1 9 1,-3 7-1,-6 11 1,-7 7-1,-8 8 0,-5 6 1,20-28-1,0 0-9,0 2 1,-1 0 0,3-1 0,0-1 0,-1 2 0,2-1 0,0-1 0,2 0 0,-17 35 0,2 1 0,1 1 0,1-2-482,-1-7 0,-6 2 0,4-1 0</inkml:trace>
  <inkml:trace contextRef="#ctx0" brushRef="#br0" timeOffset="26">26889 8906 6729,'-23'-22'0,"4"3"781,3 3 0,7 6 0,2 2 0,6 2 0,9 3 0,9 1-466,12 2 1,8 0 0,12 2 0,9 1 0,6 2 0,3-2 0,0-2 0,2-1 0,1 0 0,2 0 0,-2 0 0,-4 0 0,-8 0 0,-10 0 0,-10 0 0,-8 0-5454,-4 0 5138,-15 0 0,2-6 0,-13-2 0</inkml:trace>
  <inkml:trace contextRef="#ctx0" brushRef="#br0" timeOffset="27">27133 7914 9478,'-14'0'329,"0"0"1,1 6 0,2 5-1,3 8 1,0 12 0,1 13 0,1 17-1,3 18 1,2-34 0,0 2 0,2 5-1,0 0 1,0 2 0,1-1 0,0 0-1,1 0-220,-2-2 0,1 0 0,-1-3 0,-1-2 0,1-1 1,-2-2-1,0 34 0,-2-15 0,-2-10 0,2-9 0,1-5 1,2-6-1,0-6 0,0-7-8183,0-3 8074,0-2 0,6-19 0,2-4 0</inkml:trace>
  <inkml:trace contextRef="#ctx0" brushRef="#br0" timeOffset="28">27392 7827 7933,'-6'-8'449,"3"-3"0,-7 6 0,1 5 1,-1 8-1,2 15 0,2 13 0,1 17 1,0 14-1,0 13 0,3-34 0,1 1-74,0 4 0,0 0 0,3 1 0,1 0 0,0 2 0,1-1 0,-1 0 0,0-2 1,0-3-1,0-2 0,0-2 0,-1-3 0,3 28 0,0-13 0,-2-13 0,-1-8 0,-2-6-194,0-5 1,1-13 0,4-14 0,5-11 0,4-7 0,5-5 0,4 1 0,0-1-587,1 2 1,-6 5-1,1-2 1,-3 4-1,-1 5 1,-1 4-1,-1 7 1,-4 6-1,-4 7 1,-3 8-1,-2 2-344,0 4 0,0 1 0,0 0 0,1-2 0,4-2 0,5-2 0,4-4 0,5-1 0,5-3 749,3-3 0,9-4 0,0-6 0</inkml:trace>
  <inkml:trace contextRef="#ctx0" brushRef="#br0" timeOffset="29">28097 8878 7933,'-14'-15'506,"0"1"0,-1 1 1,1 2-1,-1 3 1,1 1-1,0 4 0,-1 3 1,1 5-1,-1 5 1,1 2-128,0 3 1,1 4 0,2 0 0,3 0 0,1 0 0,4 1 0,2-3 0,1-1 0,0-1 0,1-3-536,4-2 1,3-4-1,6-4 1,1 1-1,-1 2 1,0-2-1,1-1 1,-1-2-1,1 0 1,-1 0-1,0 0-793,1 0 0,-1 0 0,1 0 1,-1 1-1,0 3 0,1 0 0,-1 0 949,0-3 0,1-7 0,-1-2 0</inkml:trace>
  <inkml:trace contextRef="#ctx0" brushRef="#br0" timeOffset="30">28184 8834 7933,'0'-14'402,"0"0"0,1-1 0,4 2 0,5 4 0,2 2 0,3 3 1,1-1-1,3 2 0,5 1-304,3 2 0,7 0 1,-1-2-1,1-1 1,-1-2-1,1 2 1,0 0-1,-2 0 1,-2-4-99,-3-1 0,-1-8 0,2-6 0</inkml:trace>
  <inkml:trace contextRef="#ctx0" brushRef="#br0" timeOffset="31">28428 7770 7866,'-9'6'0,"1"4"438,1 2 1,-2 11-1,4 6 1,2 11 0,1 11-1,4 13 1,1 9 0,0-32-1,0 0 1,0 2 0,1 0-1,0 2 1,0 0 0,-1-1-1,0 1 1,0-2-1,0-1 4270,1 36-4940,-3-11 0,-1-3 0,0-8 0,0-3 0,0-7 0,0-6 0,0-6 0,0-4 0,0 1 1,0-1 231,0-1 0,-6-4 0,-2-10 0</inkml:trace>
  <inkml:trace contextRef="#ctx0" brushRef="#br0" timeOffset="32">30140 8762 7887,'-14'-14'311,"1"0"1,2-1-1,1 2 1,-1 2-1,-3 2 1,-4-1 15,-1 2 1,-2 2 0,4 6 0,-4 0 0,-2 1 0,-2 4 0,-4 6 0,-3 7 0,-1 6 0,-1 3 0,0 3 0,2 2 0,5 2 0,6-4 0,7-2 0,4-6-247,6-1 1,2-2 0,4-6-1,2-4 1,8-4 0,5-3 0,7-4-1,2-3 1,-1-4 0,-1-6 0,2-2-1,0-4 115,-3-1 1,3 4 0,-7-1-1,-1 3 1,-2 3 0,-2 2-1,1 3 1,-1 1 0,-1 6-1,-2 6 1,-3 9-791,-2 8 1,4 1 0,-4 1 0,1 1 0,1 1 0,0-1 0,3-2 0,2-2 0,1-4 0,0-2 0,1-6 0,-1-4-4237,1-3 4830,-1-2 0,0-13 0,1-3 0</inkml:trace>
  <inkml:trace contextRef="#ctx0" brushRef="#br0" timeOffset="33">30270 8921 9846,'0'14'1238,"0"0"0,0-7 0,0-7 0,0-8 0,1-5 0,3-3-906,0-3 0,9-3 0,0-7 1,6 0-1,3 0 0,4 0 1,1 2-1,2 2 0,0 4 1,-2 3-1,-1 7 0,-4 5-601,-1 7 1,-7 7 0,-4 13 0,-1 6 0,-1 7 0,-3 3 0,-3 3 0,-2 1-1,0 2 1,0-1 0,0-2 0,0-3-3500,0-2 1,0-2 3767,0-4 0,6 0 0,2 0 0</inkml:trace>
  <inkml:trace contextRef="#ctx0" brushRef="#br0" timeOffset="34">22314 10259 8584,'0'-15'0,"0"1"578,0 0 0,0-1 0,-2 1 1,-3-1-1,-4 3 0,-4 2 1,-3 5-379,-3 4 0,1 2 0,-6 4 0,-1 5 0,-2 2 1,-1 4-1,4 2 0,5 3 0,3 0 0,2-1 0,1-2 1,3-2-1,4-2 0,1 1-742,0-1 530,1-6 0,10-1 1,4-9-1,2-3 0,3-3 1,-1-1-1,1-1 0,-1 0 1,0 1-1,1 1 1,-1 1-1,1 4 0,-1 2 1,0 1-1,1 0 0,-1 1 1,0 2-1,1 4 0,-1-1 1,1 2-1,-1-1-1729,0-1 0,1 4 0,-1-6 1,1 0 1740,-1-3 0,7-1 0,1 0 0</inkml:trace>
  <inkml:trace contextRef="#ctx0" brushRef="#br0" timeOffset="35">22501 10158 8188,'-13'6'387,"2"4"1,3 3 0,1 1 0,4 4-1,2 4 1,1 9 0,1 5 0,2 8 0,4 3-219,1 5 1,-3 5-1,3 4 1,-2-4 0,-1-4-1,0-3 1,-1-4 0,0-3-1,-3-4 1,-2-7-1,-3-7 1,-2-7-159,-2-7 0,-2 0 0,-4-6 0,0-3 0,1-7 1,2-8-1,3-6 0,1-5 0,4-5 0,2-6 1,2-5-1,2-6-21,2-4 0,11-3 0,-2-4 0,2-1 0,2 1 0,0 1 0,2 1 0,3 6 0,1 4 0,0 8 0,-2 7 0,-1 7-62,-4 9 1,-1 6 0,-3 10-1,-3 4 1,-5 7 0,-4 4-1,-1 3 1,0-1 0,-1 2-1,-4-1 1,-5 1-20,-3-3 1,-6-2 0,0-2 0,2 1 0,1-3 0,1-1 0,1-3 0,-1-1 90,1-4 0,6-1 0,2-2 0</inkml:trace>
  <inkml:trace contextRef="#ctx0" brushRef="#br0" timeOffset="36">22817 10259 8002,'0'14'329,"2"1"0,1-1 0,4 2 0,-1 5 0,2 8 0,-2 7 0,2 7 0,-1 4 0,-1 4 0,-1 2-134,1 1 1,-4 0 0,1-9 0,-5 0 0,-4-5 0,-2-5 0,-5-8 0,-3-6 0,-3-7 0,0-4 0,0-5 0,0-5-21,1-5 1,2-5 0,3-9-1,2-6 1,3-7 0,2-5-1,2-3 1,4-2 0,5-4 0,6-2-1,5-5 1,5 1-362,2-3 0,-4-2 0,5 9 0,1 1 0,2 4 0,2 5 0,-2 6 0,-3 6 0,-3 9 0,-2 5 0,1 8 336,-3 2 0,-7 8 0,-5 6 0,-4 4 0,-1 3 0,0-2 0,0-1 0,-1-1 0,-6-1 0,-6 1 0,-4-1-397,-1 0 1,2-6 0,2-1 0,-1-2 0,1-1 0,0 0 0,-1-3 246,1-1 0,-1-6 0,1-2 0</inkml:trace>
  <inkml:trace contextRef="#ctx0" brushRef="#br0" timeOffset="37">23177 9683 8002,'0'-14'815,"0"-5"0,2 1 0,2 7 1,4 11-1,2 14 0,0 12 0,-1 7-332,-1 4 0,3 3 0,-4 8 0,-1 3 1,1 0-1,-4-1 0,-2-2 0,-1 0 1,0-2-1,0-3 0,0-4 0,2-6-3541,3-2 0,-2-7 0,7-3 3058,1-5 0,1-5 0,3-11 0</inkml:trace>
  <inkml:trace contextRef="#ctx0" brushRef="#br0" timeOffset="38">23436 10101 10748,'-2'-13'0,"-1"5"0,-2 8 310,2 8 0,2 5 1,1 1-1,0 2 1,0 1-1,0 3 1,0-3-1,1-1-310,4-1 0,3 5 0,6 3 0</inkml:trace>
  <inkml:trace contextRef="#ctx0" brushRef="#br0" timeOffset="39">23853 10072 8002,'-6'-15'464,"-4"1"1,2 4 0,-1 2 0,-3 0 0,0 2 0,-3 0 0,-1 2 0,-1 4 0,-2 5 0,1 5 0,0 3 0,1 1-414,-2 0 1,4 7-1,6 2 1,-1 1-1,2-2 1,3 0-1,4-1 1,2 1-1,2-1 1,5 0-1,4-3 1,5-2-3523,4-2 0,5-6 3471,7-3 0,4-4 0,6-1 0</inkml:trace>
  <inkml:trace contextRef="#ctx0" brushRef="#br0" timeOffset="40">24155 10144 8002,'-1'-15'387,"-4"3"1,-3 0 0,-2 3 0,1-1 0,-1 1 0,1 1-1,-1 1 1,-1 4 0,-2 1 106,-1 2 1,-1 7-1,1 2 1,-1 4 0,1 2-1,1 1 1,4 1-1,2 2 1,2-1 0,1-2-1,0-2-507,3 1 0,2-3 0,4-2 0,5-5 0,3-4 0,1-1 0,0 0 0,2 0 0,2-1 0,1-2 0,-1-2-333,-2 2 1,-2-1 0,1 1-1,-1-2 1,0 2 0,1 2-1,-1 1 1,0 0 0,1 0-1,-1 1 506,1 4 0,-3-2 0,0 5 0,-3 0 0,1-3 149,-2-3 1,0-4-1,-5-9 1,2 1 0,-2-1-1,0 0 1,0 0-1,4 1 1,1-1 0,3-2-1,2 0-539,1 4 0,-4-2 0,-1 6 0,2 3 0,1 5 1,-1 7-1,-3 3 0,-2 1 0,-1 0-549,1 1 1,-2-1-1,5 1 1,2-3-1,1 0 1,-1-4-1,-2-2 779,3-3 0,-6-1 0,0-2 0</inkml:trace>
  <inkml:trace contextRef="#ctx0" brushRef="#br0" timeOffset="41">24558 10072 8002,'15'-15'271,"-1"1"1,0 1 0,1 2 0,-1 3 0,0 0 0,1 2 0,1-1-1,1 4 1,3 1 0,-1 1 0,0-2 0,2-2-333,1 2 0,1 1 0,2 2 1,-3 0-1,1 0 0,-2 0 1,-1 0 60,-2 0 0,-2-6 0,-2-2 0</inkml:trace>
  <inkml:trace contextRef="#ctx0" brushRef="#br0" timeOffset="42">24803 9453 7972,'-15'2'384,"3"2"0,0 6 1,4 4-1,0 7 1,2 8-1,0 8 1,2 6-1,4 5 1,5 5-1,3 3 164,0 1 0,3-1 0,-6-3 0,0-5 0,0-5 0,0-3 1,-2-3-1,0-4 0,0-4 0,2-5 0,0-3-548,1-4 0,2 6 0,6-1 0</inkml:trace>
  <inkml:trace contextRef="#ctx0" brushRef="#br0" timeOffset="43">26198 9554 7875,'0'-37'735,"0"3"0,0 10 0,0 5 0,0 6 1,0 10-1,0 14 0,2 15 0,1 11-473,2 4 1,0 4 0,-5 3-1,0 5 1,0 1 0,0 2 0,0-1-1,0-1 1,1-3 0,2-3-1,2-3 1,0-5 0,0-3 0,1-9-1,1-5-425,-1-9 1,-1-11 0,-5-3 0,0-8 0,0-6-1,-2-4 1,-3-2 0,-3-1 0,-1-2 0,-2 3-1,-4 0-95,-2 8 0,-4-1 1,3 8-1,-2 2 0,-1 1 1,-2 4-1,3 3 0,-1 6 1,3 6-1,4 7 1,4 4-1,5 0 51,4 1 1,1 0 0,3-2 0,5-1 0,8-4 0,5-3 0,6-4 0,3-6 0,4-1 0,-2-1 0,-2-1 0,1-3-84,2-1 0,-2-7 0,2-1 0,-2-2 0,-3-2 0,1 0 0,0 1 0,-2-2 0,-1-2 0,-4-2 0,-1 1 0,-4 0 508,-1-1 0,-1 6 0,-1-1 0,0-1 0,1 0 0,-2-1 0,-2 4 0,-2 2 0,1 1 1,0 1 220,-1-1 1,-4-5 0,3 4-1,-2-2 1,-4-3 0,-5-1-1,-7 3 1,-4 4 0,-4 2 0,-1 0-342,1-2 0,-2 0 0,0 7 1,1 1-1,0 3 0,2 2 1,2 3-1,4 2 0,1 2 1,2-1-1,4 2 0,2 1-449,2 3 1,2 0 0,2-2 0,6 1 0,4-1 0,6-2 0,5-2 0,5 1 0,6-1 0,-1 0 0,0-1 0,-1-2 486,1-1 0,-5-7 0,4 2 0,-6-3 1,-4-2-1,-4-2 0,-4-4 0,-4-7 0,-2-5 1,-5-1-1,-4-2 0,-1-1 464,0-1 0,-1-5 0,-4 0 1,-3-4-1,-2-1 0,1-2 0,-2-2 1,-1-1-1,3-1 0,4-1 0,3 0 1,2 0-654,0 2 0,12 4 0,2-2 0,4 2 1,2 7-1,4 6 0,4 7 0,0 3 0,1 3 1,-2 1-1,-1 6 0,-4 4-1634,-1 6 1,0 4-1,-4 3 1,1 2-1,-4 1 1687,-2-2 0,-9 6 0,3-1 0</inkml:trace>
  <inkml:trace contextRef="#ctx0" brushRef="#br0" timeOffset="44">26731 10057 8671,'-8'-1'726,"3"-4"1,5-3 0,6 0 0,7 3 0,8 2 0,4 0-778,6-2 0,7 0 0,0 5 51,4 0 0,8 7 0,1 1 0</inkml:trace>
  <inkml:trace contextRef="#ctx0" brushRef="#br0" timeOffset="45">27666 10057 7893,'-15'-14'314,"1"0"0,0 1 0,-1 2 0,1 1 0,-1 0 0,1 2 0,0 2 0,-2 1 0,-2 0 0,-1 4 0,0 4 0,-1 7 0,0 4 0,-1 4 0,0 2 37,4 3 1,1-4 0,3 3 0,3 1 0,5-2 0,4-1 0,1-2 0,0-2 0,1-3 0,4-4-153,5-4 1,3-3-1,1-2 1,0-2-1,1-3 1,1-4-1,1-4 1,2-2-1,-1 1 1,-2 1-1,-2 2-643,1 2 0,-6 5 1,1 0-1,1 2 0,2 4 1,0 2-1,-2 6 0,-3 3 1,0 1-1,0 0-668,3 1 0,2-1 0,1 1 0,1-3 0,-1-2 1112,0-5 0,1 3 0,-1 0 0</inkml:trace>
  <inkml:trace contextRef="#ctx0" brushRef="#br0" timeOffset="46">27752 10072 8073,'0'-15'517,"0"4"1,0 6 0,-2 10 0,-1 6 0,-2 5-1,2 2-256,2 1 1,1 2-1,1-4 1,2 3-1,4-3 1,1-1-1,3-1 1,2-3-1,1-2 1,1-5-1,-1-4-8,0-1 1,1 0-1,-1-1 1,1-6 0,-3-5-1,-1-6 1,-3-1 0,0-2-1,-1-1 1,-1-2 0,-3 1-1,1 1-1897,0 0 1,0 4 0,4-1-1,0 3 1644,0 1 0,1-5 0,6-3 0</inkml:trace>
  <inkml:trace contextRef="#ctx0" brushRef="#br0" timeOffset="47">28169 9568 7893,'-8'-14'662,"3"-1"1,-1 6 0,1 2 0,2 6 0,1 9 0,2 8 0,0 9 0,0 9 0,0 8-274,0 4 0,0 8 1,0-1-1,0 3 0,0 1 1,0-1-1,0-1 0,0-4 1,0-3-1,-1-7 0,-2-4 1,-2-5-1518,2-3 1,1-3 0,2-15 0,0-6 0,0-12 0,0-9 0,0-6-1,2-2 1070,2 0 1,-2 0-1,3-3 1,-4 1-1,-1 2 1,2-1-1,1-1 1,4 2-1,1 3 1,3 2 0,2 0-1,1 1 466,0 2 0,2 3 0,2 4 1,3 4-1,1 2 0,5 0 1,4-2-1,1 2 0,-4 1 1,-2 2-1,0 0 0,-1 2-908,-1 2 1,-3-2 0,-7 3 0,1-4 499,-1-1 0,-6 0 0,-2 0 0</inkml:trace>
  <inkml:trace contextRef="#ctx0" brushRef="#br0" timeOffset="48">28399 9338 8883,'-14'0'325,"0"2"0,1 4 0,3 10 0,5 13 0,4 12 1,1 12-1,0 8 0,0 6 0,0 3 0,0 1-91,0-4 0,0 0 1,0-10-1,0-7 1,1-8-1,3-9 1,0-2-1,1-4 1,0-3-1,1-7 0,2-6 1,5-4-1970,5-1 1,3-4 0,4 1 0,-1-6 1734,2-7 0,1-9 0,2-3 0</inkml:trace>
  <inkml:trace contextRef="#ctx0" brushRef="#br0" timeOffset="49">28716 9942 10478,'-14'-14'0,"-1"1"0,2 2 0,2 3 0,3 3 321,2 7 1,6 4-1,6 8 1,1 1-1,1-1 1,0 1-1,1-1 1,-1 0-1,-1 1 1,-3-1-1,1 1 1,-2-1-377,-1 0 1,-7 1-1,-1-1 1,-2 1-1,-3-1 1,-2-1-1,-2-2 1,1-2-1,-2 3 1,-2-1-1,-1-2 55,2-4 0,-6 3 0,1 0 0</inkml:trace>
  <inkml:trace contextRef="#ctx0" brushRef="#br0" timeOffset="50">29838 10129 7864,'-14'-12'100,"-1"0"0,1 4 0,0 2 0,-2 1 0,-2 0 0,-1 1 1,0 2-1,-1 5 0,1 7 0,3 3 300,5 1 1,0 0 0,6 2-1,2 2 1,3 1 0,5-1 0,4-2-1,6-2 1,4 0 0,3-1-1,2-3 1,0-5 450,2-4-854,1-1 0,2 0 0,-2 0 0,-2-1 0,-2-6 0,-2-6 0,-5-4 0,-4-2 0,-4-2 1,-1-2-1,-6-1 0,-5 1 0,-9-3 0,-6 0 0,-4 1 0,-2 2 0,-1 4 0,1 5 0,2 4 1,4 5-1,6 7 3,7 6 0,17 11 0,5 4 0</inkml:trace>
  <inkml:trace contextRef="#ctx0" brushRef="#br0" timeOffset="51">30040 10244 7864,'-2'-14'510,"-3"0"1,4-6 0,-4 0 0,3-1 0,2-1 0,0 1 0,0-2 0,0 1 0,2-2 0,3 0 0,4 2 0,6-1 118,4 1 1,-2 4 0,6-1 0,-1 3 0,0 2 0,4 1 0,0 3 0,-1 6 0,-2 2 0,-3 2 0,-2 3 0,-2 5-784,-2 7 1,-1 8 0,-3 0 0,-4 2-1,-1 3 1,0 2 0,-2 0 0,-2 1-1,-1-2 1,0-1 0,0-1 0,0-1-2337,0-2 0,0-2 0,0 2 2490,0-4 0,-6 2 0,-2 0 0</inkml:trace>
  <inkml:trace contextRef="#ctx0" brushRef="#br0" timeOffset="52">31507 10000 7925,'-14'-15'23,"-1"3"0,1 0 0,-1 4 0,1 2 0,0 3 0,1 0 805,3-2-635,-2 3 0,12-4 0,1 6 1,10 0-1,8 1 0,5 3 0,5 0 1,3 0-1,2-3 0,1-1 1,3 0-1,4 0 0,-1 0 0,-1 0 1,-3 0-1,0 0 0,-2 0 1,0 0-1,-4 0 0,-6 0 0,-6 0 1,-3 0-194,-1 0 0,-7-6 0,-2-2 0</inkml:trace>
  <inkml:trace contextRef="#ctx0" brushRef="#br0" timeOffset="53">31565 9396 8075,'-15'-21'277,"1"5"0,-1 6 0,1 5 1,0 9-1,1 10 0,3 13 0,5 11 1,2 10-1,0 8 4285,-2 5-4668,0 8 1,5 1-1,0 9 1,0-1 0,0-1-1,0-7 1,0-8 0,0-9-1,0-10 1,0-8 0,-1-6-1,-2-5 1,-4-6 105,-1-7 0,5-17 0,-3-10 0</inkml:trace>
  <inkml:trace contextRef="#ctx0" brushRef="#br0" timeOffset="54">31723 9237 8029,'0'-19'280,"0"0"0,0 1 0,0 5 1,0 10-1,-2 14 0,-1 15 1,-3 12-1,-1 9 421,1 6 0,1 7 0,3 6 0,-1 1 1,-3 3-1,-1-1 0,1 0 0,1-2 1,0-1-1,1-4 0,-1-8 0,0-9 488,0-10-1307,0-11 0,1-3 0,-1-7 0,3-3 0,4-6 0,4-10 0,4-6 0,4-3 1,4 0-1,-1-1 0,1-1 0,0-1 0,1-1 0,-3 4 0,-3 2 0,-4 3 1,2 1-303,2 3 0,-5 5 0,-3 5 1,-3 4-1,-1 4 0,2 2 1,2-1-1,0 0 0,1-1 1,4-2-1,1-1 0,0 0 599,-1-2 0,1-2 0,7-6 0,1 0 0,-2 0 0,-1 0 0,-1-2 0,-2-2 1,-2-6-1,-2-3 0,3-3 0,-1-1-251,-2-3 1,2 1 0,-6 5 0,-2-1 0,-1 4-1,-2 6-81,0 10 0,-2 6 1,-1 4-1,-2-1 0,2 1 1,2-1-1,1 0 1,1 1-1,4-1 0,5 1 1,2-3 177,3-2 0,-1 1 0,1-6 0,-1-2 0,0-1 0,1-2 0,-1 0 0,1 0 0,-1 0 0,0 0 0,1 0 0,-1-2-739,0-3 1,-4 2 0,0-6 0,1-1-1,0 0 1,0 2-1291,-1 2 3056,-7-5 1,3 11-1,-6 0-605,0 8 1,0 0 0,0 1 0,0 3 0,0 0-1,2 1-5257,3-3 4810,-4 2 0,6-4 0,-7 7 0</inkml:trace>
  <inkml:trace contextRef="#ctx0" brushRef="#br0" timeOffset="55">32341 9726 8456,'-1'-14'2275,"-1"1"1,1 5-2981,2 8-72,9 7 1,-9 9 776,4 3 0,3-3 0,0 5 0</inkml:trace>
  <inkml:trace contextRef="#ctx0" brushRef="#br0" timeOffset="56">32600 10187 8058,'0'-15'675,"0"1"1,0 0-1,0-1 1,-1 1-1,-2 0 1,-4-1-1,1 1 100,-1-1 1,3 1 0,2 1 0,-1 2 0,-2 1 0,2-1-1,1-2 1,2-1 0,2 0-1030,3-1 0,-2 7 0,6 3 0,3 4 0,0 1 0,3 0 0,-1 0 0,1 0 0,1 0 0,1 1 0,4 4 254,1 5 0,2 3 0,5 1 0</inkml:trace>
  <inkml:trace contextRef="#ctx0" brushRef="#br0" timeOffset="57">29565 10820 8058,'0'-14'622,"0"-1"0,1 1 0,3-1 0,0 4 0,0 6 1,-3 13-191,-1 13 0,0 5 0,0 14 0,0 4 0,0 8 0,-1 2 0,-3 0 0,0-2 0,0-1 0,3 0 0,1 0 0,0-3 0,0-6 1,0-6-1,0-5 0,0-6-2442,0-6 1,-5-3-1,2-4 2010,4-8 0,6-5 0,7-14 0</inkml:trace>
  <inkml:trace contextRef="#ctx0" brushRef="#br0" timeOffset="58">29824 11309 7340,'0'-9'913,"-2"1"0,-3 1 0,-4 6 1,-4 4 2584,-1 6-3369,6 4 1,-4-3 0,8-1-1,0 3 1,3 0 0,1 3 0,0-1-1,0 0 1,1-1 0,3-2-1,4-3 1,3-1 0,6-4 0,3-1-1,2-2 1,0 0 0,4 0-1,1 0 1,0-2 0,-1-3 0,-4-4-1,-1-4 149,-3-2 0,-7-4 1,-3 0-1,-2 2 0,-4-1 1,-4 0-1,-6-1 1,-3 2-1,-5 1 0,0 3 1,-2 3-1,1 5-1304,-2 4 1,-1 1 0,6 0 0,1 1 0,4 4-1,4 5 1,3 3 0,2 1 1025,0 0 0,7 1 0,1-1 0</inkml:trace>
  <inkml:trace contextRef="#ctx0" brushRef="#br0" timeOffset="59">30284 11280 8058,'10'-14'248,"-2"-2"1,-2-2-1,-3-1 1,-1 2-1,-4 2 1,-3 6-1,-4 4 1,-4 3 395,-1 2 1,-5 2 0,-2 3-1,0 4 1,-1 4 0,1 1-1,0 1 1,3-1 0,2 2-1,2 2 1,1 1 0,4-1-721,4-2 0,3-2 0,2 0 0,2-1 0,3-3 1,4-6-1,4-2 0,1-2 0,1-2 147,-1-2 0,5-4 1,1-5-1,-3 2 1,-1 1-1,-1 1 0,-1 1 1,0 3-1,1 2 1,-1-1-660,1 0 0,-3 0 0,-1 9 0,-3 5 0,0 3 0,-1 1 0,1 0 0,0 1-5425,3-1 6013,2 0 0,1 1 0,1-1 0</inkml:trace>
  <inkml:trace contextRef="#ctx0" brushRef="#br0" timeOffset="60">30557 11309 8058,'0'-14'427,"0"7"0,0 7 1,0 8-1,0 5 1,0 2 493,0-1 1,0 0 0,-1-1 0,-2-2-1,-4-3 1,-1-3-414,-3-7 0,5 1 0,1-9 0,3-1 0,2-2 0,2-1 0,3 0 0,3-2 0,1-2 0,1-1 0,1 1 0,2 2-589,1 2 0,5 1 0,1 2 1,-3 3-1,-1 1 0,-1 4 1,-1 3-1,0 5 0,-1 5 0,-2 2 1,-3 3-445,-1-1 1,2 5-1,-2 1 1,-1-1-1,2 0 1,-2 0-1,1-1 1,-2-2-1,-1-2 1,1 0 524,-2 1 0,5 6 0,0 1 0</inkml:trace>
  <inkml:trace contextRef="#ctx0" brushRef="#br0" timeOffset="61">14459 12561 8058,'-8'-6'629,"-4"2"1,6-4 0,0 0 0,1 0 0,6-1-1,9 1 1,8 1 0,6 3 0,3-1 0,3 2-1,2-1-194,2 0 1,6 2 0,-2-3 0,4 2 0,-1 0 0,-1-2 0,-2 2-1,1 0 1,1-1 0,0-2 0,1 0 0,-2-2-3076,-3 0-53,-2 4 0,-5-8 2693,0 2 0,-7-3 0,-1-1 0</inkml:trace>
  <inkml:trace contextRef="#ctx0" brushRef="#br0" timeOffset="62">14789 11870 8058,'-28'-14'600,"2"4"0,5 2 0,7 2 1,1 3-1,2 3 0,1 6 1,6 8-1,2 10 0,2 10 1,0 9-1,2 8 105,2 5 0,4 3 0,7 5 0,-1 7 0,1 6 0,-1-1 0,-1-2 0,-2-9 0,-3-6 0,0-6 0,-2-5 0,2-5-2344,0-4 1,2-6-1,4-9 1,1-5 0,1-4-1,3-6 1559,5-4 0,3-16 0,2-5 0</inkml:trace>
  <inkml:trace contextRef="#ctx0" brushRef="#br0" timeOffset="63">15135 12575 8058,'-15'15'271,"1"-1"1,0 0 0,-1 2-1,2 4 1,4 4 0,4 1 0,3 1-1,2-2 1,0 1 0,0 1 109,0-2 1,7-3 0,2-9 0,6 0 0,2-4 0,3-2 0,-3-3 0,-1-1 0,0-4 0,2-3 0,1-4 0,-3-4-363,-5-1 0,0-1 0,-6 1 0,-2 0 0,-1-1 0,-2 1 1,0-1-1,-2 3 0,-1 0 0,-3 3 0,-2-1 0,-4 1-1020,0-1 1,-3 7 0,3-4-1,0 3 1,3-1 1000,-2 2 0,-2-5 0,-2 0 0</inkml:trace>
  <inkml:trace contextRef="#ctx0" brushRef="#br0" timeOffset="64">15235 12489 8058,'8'-14'717,"-3"-1"1,3 6-1,2 1 1,3 1-1,3 2 1,3 1-1,6-3 1,6 1-1,4-1 1,2 3-1,3-1 1,0-2 738,-2-1 0,2 5-2407,-7-2 0,-1 4 0,-6 1 1,-4-2-1,-1-1 0,-3-2 951,-2 2 0,-8-5 0,-2 0 0</inkml:trace>
  <inkml:trace contextRef="#ctx0" brushRef="#br0" timeOffset="65">15494 11885 8058,'-22'-15'686,"1"7"1,7 2 0,-1 1-1,3 2 1,1 6 0,3 11-1,1 14 1,4 10 0,1 8-1,4 9 1,3 5-192,4 8 0,3 2 1,-1 4-1,-2-1 1,2-1-1,2-6 1,2-7-1,-1-7 1,0-5-1,1-7 0,-1-8 1,2-8-3677,3-10 0,-1-1 1,6-8 3180,2-2 0,1-14 0,1-5 0</inkml:trace>
  <inkml:trace contextRef="#ctx0" brushRef="#br0" timeOffset="66">15897 12475 8560,'-14'0'492,"-5"1"0,1 4 0,4 5 0,3 1 0,-1 2 1,0-1-1,-1 4 0,2 0 0,3 2 0,0-1 0,1 3 159,1-3 1,1-1 0,5-1 0,2-3 0,2-2 0,6-5 0,3-4 0,1-2-623,1-4 0,-1 3 0,-1-4 0,-2 1 0,-1-1 0,1-1 0,1 1 0,3 3-517,-1 1 0,1 9 0,-1 1 0,-1 1 0,-2 1 0,-1-1 0,-1 1 0,1-2-6575,-1-2 7063,1-1 0,4 2 0,1 1 0</inkml:trace>
  <inkml:trace contextRef="#ctx0" brushRef="#br0" timeOffset="67">16084 11755 8654,'-14'0'876,"6"2"0,3 4 0,4 10 1,1 13-1,0 12 0,0 12 0,0 8 1,0 8-1,1 4 0,4 4 1,3-2-570,0-1 1,5-4-1,-4-3 1,4-6-1,3-8 1,2-9-1,2-5 1,3-4-1,4-1-307,5 1 0,-2-11 0,5 3 0</inkml:trace>
  <inkml:trace contextRef="#ctx0" brushRef="#br0" timeOffset="68">17581 12604 8058,'-7'-14'1741,"-1"-1"1,-1 1-1192,-1 0 1,7 7 0,0 9 0,4 9-1,6 8 1,-1 2 0,2 0 0,-2-2 0,1 0-1,-2 2 1,-1 0 0,1-1 0,0-2-1,0-2 1,-1-2-7624,0 1 7073,4-7 0,-7 5 0,6-5 0</inkml:trace>
  <inkml:trace contextRef="#ctx0" brushRef="#br0" timeOffset="69">17581 12288 8058,'-15'-15'-113,"1"1"1,6-1 0,5 3-1,6 2 1,6 7 0,4 6-1,2 7 113,-1 2 0,0 9 0,1 2 0</inkml:trace>
  <inkml:trace contextRef="#ctx0" brushRef="#br0" timeOffset="70">17868 12633 8058,'0'9'908,"-1"-1"0,-4-1 1,-5-4-1,-1-3 1,0-5-132,1-4 1,7-6-1,-2-4 1,4-3-1,1-2 1,0-2-1,0-3 1,1-1 0,4 1-1,5 5 1,2 3-1,3 4-927,-1 1 1,2 3-1,2 3 1,3 9-1,-1 7 1,3 10 0,-2 7-1,-1 5 1,-4 6-1,-3 1 1,-3 2 0,-1 0-1443,-1 3 1,3-7 0,-6-2 0,0-7 0,0-4 0,1-4 1591,2-4 0,-5 0 0,4-4 0</inkml:trace>
  <inkml:trace contextRef="#ctx0" brushRef="#br0" timeOffset="71">18084 12460 8058,'2'-19'443,"2"0"0,0-5 0,5 5 0,2-1 1,4 1-1,4 0 0,5 3 0,3 3 1,2 5-1,0 2 0,-2 3 0,-2 1-170,-1 2 0,-1 0 0,1 0 0,-3 0 0,-2 2 0,0 1 0,-1 2-273,-3-2 0,0 5 0,-1 0 0</inkml:trace>
  <inkml:trace contextRef="#ctx0" brushRef="#br0" timeOffset="72">18156 11683 7947,'-14'7'634,"1"4"0,3 8 0,7 10 1,6 11-1,7 11 0,3 11 0,-1 7 1,0 5-1,-3 1-130,2 1 0,1 1 0,-1-8 1,-3-5-1,0-10 0,0-6 0,3-8 1,2-3-1,1-8 0,-1-7 0,0-9-1297,1-5 1,2-5 0,8-8 0,-5-6 0,-3-7 0,-1-4 0,-1-2-1,0 0 1,2 0 0,2 2 0,1 1 0,-1 2 810,-2 0 0,-2-1 1,0 6-1,2 0 1,2-1-1,1 2 0,-1 2 1,-4 2-1,-3-3 1,-1 0 387,1-3 1,-4 6 0,-4 1 0,-6 1 0,-7 4-1,-3 3 1,-3 5 0,-3 5 0,-3 2 0,-1 4 0,2 3-1,2 4-259,0-1 0,0 5 0,6-4 0,4 1 1,4-2-1,3 1 0,2-3 0,0 1 1,2-2-1,3-1 0,6-2 0,5-3-380,3-1 1,5-5 0,-3-2 0,1-4 0,2-1 0,0 0 0,-2-1 0,-1-4 0,-3-3 0,-2-3 0,-4-2 0,-2-3 253,-5 0 0,-4-2 0,-1-1 0,0-3 1,0-2-1,0 1 0,0 1 0,0 1 1,0 0-1,0 4 0,0 1-303,0 1 0,2 3 0,3 2 0,4 5 0,4 4 0,2 1 0,1 0 0,1 0 0,4 1 0,0 2 0,1 4 0,1-1-30,2 1 1,2-3-1,2-4 1,0 0-1,-2 0 1,-1 0-1,-4 0 1,-1-1-1,-4-2 1,-1-4 832,-1-1 1,-6 0 0,-1-3 0,-1 2 0,-6-1 0,-4 2 0,-5 2 0,-2 1 0,1 0 0,-2 2-67,-2 1 1,-1 7 0,-1 1 0,1 2 0,-1 4 0,1 0 0,0 4 0,-1 2 0,1 1 0,-1 0 0,3 0 0,2 1-556,5-3 0,4 1 0,1-1 0,0 3 1,1-1-1,4 0 0,5 0 0,2-1 0,4-2 1,4-2-1,2-1 0,2-2-1401,0-1 1,2-7 0,5 2 0,3-5 0,-2-7 0,0-6 1500,2-4 0,-4-9 0,5 4 0</inkml:trace>
  <inkml:trace contextRef="#ctx0" brushRef="#br0" timeOffset="73">19408 12388 8058,'-15'-8'571,"1"-5"1,-1 5-1,1 0 1,0 4 0,-1 2-1,1 4 1,0 2 0,1 6-1,3 3 60,5 1 0,4-4 1,2-1-1,3 3 0,2 0 1,2 3-1,3-1 0,2-1 1,1-2-1,1-1 0,-1 1 1,0 2-878,1 1 1,-7 1 0,-2-1-1,-1 2 1,0 1 0,-4 3 0,-2-3-1,-6-1 1,-1-3 0,-3-3-1,-2-6-9400,-1-2 9646,0-2 0,-7-6 0,-1-2 0</inkml:trace>
  <inkml:trace contextRef="#ctx0" brushRef="#br0" timeOffset="74">19451 12374 8058,'6'-10'305,"4"2"0,3 0 0,1 2 0,2-2 1,3 2-1,5-2 0,3 1 0,2-1 0,0 2 1,1-2-341,4 0 1,-9 3-1,4-3 1,-3 2-1,-2 1 1,-2-2 34,-1-2 0,-2-4 0,-5-1 0</inkml:trace>
  <inkml:trace contextRef="#ctx0" brushRef="#br0" timeOffset="75">19681 11568 8872,'-14'15'669,"-1"-1"0,2 3 0,4 6 0,4 7 1,3 9-1,2 9 0,0 11 0,0 8 1,2 8-1,1 0 0,4 0 0,1-6-120,3-3 1,2-4-1,1-6 1,0-5-1,2-6 1,2-5 0,3-2-1,3 1-549,6-1 0,5-6 0,8 3 0</inkml:trace>
  <inkml:trace contextRef="#ctx0" brushRef="#br0" timeOffset="76">20990 12503 8058,'0'15'393,"0"-1"0,0 2 0,0 2 0,0 1 0,0-2 0,0-1 0,0-1 0,0-1 0,0-3 0,0-6 426,0-10 0,-5-11 0,-1-4 0,0-3 0,-2-4 1,0-3-1,-2-5 0,2-2 0,3-2 0,4 3 0,1 0 1,0 5-953,0 2 0,1-3 0,4 9 0,5 1 0,2 4 0,3 7 0,1 6 0,1 4 0,4 2 0,2 6 1,4 7-1,3 7-344,4 1 0,1 6 1,-2-6-1,4 0 1,2-3-1,-3-4 0,-1-6 1,-3-4-1,-1-3 1,-4-2-1,-3 0 0,-6-2 688,-7-3 0,-5-7 1,-6-8-1,0 3 1,-1 1-1,-4 2 0,-6-1 1,-5 2-1,-4 2 1,1 3-1,0 2 0,0 4-73,1 5 0,-3 5 0,2 8 0,2 4 0,1 4 0,1 3 1,3 1-1,2 1 0,4 0 0,1 0 0,0 0 0,3-1-900,6 1 1,5-2 0,9-1-1,3-5 1,2-4 0,6-6-1,6-3 1,5-6 0,7-5-1,2-8 762,6-7 0,7-11 0,4-7 0</inkml:trace>
  <inkml:trace contextRef="#ctx0" brushRef="#br0" timeOffset="77">21911 12259 8467,'-6'-15'0,"-4"3"577,-3 2 1,-3-1 0,-1 6-1,-4 2 1,0 1 0,0 5-1,4 5 1,-1 8 0,1 5-1,-1 5 1,4 1 0,4 2-391,4-1 1,1 6-1,5 0 1,1-2 0,4-4-1,5-2 1,4-4 0,5-1-1,5-3 1,3-4 0,2-4-1,0-6-1893,0-2 1,4-2 0,3-2 0,-1-2 0,0-6 1705,-3-3 0,-2-7 0,-1-3 0</inkml:trace>
  <inkml:trace contextRef="#ctx0" brushRef="#br0" timeOffset="78">22184 12316 8559,'-9'-4'762,"1"0"0,1 6 1,4 6-1,2 5 1,1 3-1,0 1 1,0 4-532,0 1 1,4-2 0,3 4 0,-1 0 0,2 0 0,-1-2 0,1 0 0,-2-1 0,2 0 0,0-5-1,3-3 1,2-5-232,1-2 0,1-1 0,-1-5 0</inkml:trace>
  <inkml:trace contextRef="#ctx0" brushRef="#br0" timeOffset="79">22443 12359 8058,'-9'0'236,"-1"0"1,2 0 0,5 0 0,8 0 0,6 0 0,3 0 0,1 0 0,-1 0 782,0 0 0,-4 0 0,0-1 1,1-2-1,0-4 0,0 1-1974,-1-1 0,-5 1 1,4 3-5992,2-2 6946,-4 0 0,-7 12 0,-8 1 0</inkml:trace>
  <inkml:trace contextRef="#ctx0" brushRef="#br0" timeOffset="80">22170 12489 8058,'8'-6'1630,"-2"2"-1218,-6-5 0,2 6 0,3-2 0,4 3 0,4 1 1,1-3-1,1 0 0,-2-1 0,-2 0 0,-3-1 0,0-1-195,0 1 1,-3-5-1,3 1 1,-2-3 0,-3-1-1,-3-1 1,-5 3-252,-4 2 0,-4 4 0,-1 6 0,-1 0 0,1 0 0,-1 1 0,1 4 0,0 5 311,-1 2 0,1 3 1,1-1-1,4 1 0,2 1 1,2 1-1,1 2 1,0 1-1,3-1 0,1 0 1,0 0-1,1 0-486,4 1 0,-2-1 0,7-5 0,1 0 0,2 1 0,1-2 0,1-2 0,-1-3 0,0-2 0,1-1 0,-1 0 209,1 0 0,5-1 0,3-4 0</inkml:trace>
  <inkml:trace contextRef="#ctx0" brushRef="#br0" timeOffset="81">22501 12590 8058,'-2'-13'2074,"-1"2"-1002,-2 1 1,0 4 0,5 1-1,0 10 1,0 6 0,0 3-1,0 1-1358,0-1 1,0 0 0,0 1 0,0-1 0,0 1 0,0-1 0,0 0 0,0 1-1,2-1 286,3 1 0,3-7 0,6-2 0</inkml:trace>
  <inkml:trace contextRef="#ctx0" brushRef="#br0" timeOffset="82">22688 12503 8058,'0'-14'754,"0"0"0,-2-1 167,-3 1 1,4 4 0,-4 4 0,3 4 0,2 9 0,0 5 0,0 6 0,0 3 0,0 0 0,0 1-588,0 0 0,2-2 0,1 3 0,2 1 1,-2 0-1,0-1 0,1-2 0,0-4 1,1-1-1,0-1 0,0-1 0,-2 0-449,-1 1 0,-1-7 0,4-5 1,3-8-1,0-8 0,-2-6 1,1-3-1,1-4 0,1-1-195,1-2 1,-5 0 0,4 1 0,3-1 0,-1 0 0,0 2 0,-3 3-1,0 5 1,-2 3 0,2 3 0,-1 2 89,-1 1 0,0 7 0,-2 0 0,2 6 0,2 7 0,3 2 0,2 3 0,1-2 0,1-4 0,-1-4 306,1-3 0,4-2 0,0 0 0,-1 0 0,-2 0 0,-2 0 0,-1-2 0,-2-1 0,-2-4 0,1-1 0,0-1 0,-2-1-247,-2 1 1,0 1-1,-2-4 1,0 3-1,-2-1 1,-5 1-1,-7 1 1,-3 1-1,-3 4 1,-1 1-1,-2 4 518,1 3 1,2 3-1,2 8 1,-1 3-1,1 3 1,1 2-1,2 0 1,3 0-1,2 0 1,2 0-1,3 2 1,2-1-643,4-1 1,5 2-1,7-7 1,4-3-1,2-5 1,2-6-1,4-3 1,3-2-1,1-2 1,1-3-1,0-4 1,-2-6 284,-5-4 0,1-3 0,-5-7 0</inkml:trace>
  <inkml:trace contextRef="#ctx0" brushRef="#br0" timeOffset="83">23479 11755 8058,'-8'-14'826,"-3"-1"0,5 1 1,-2 1-1,-2 5 1,2 8-1,3 11 0,4 10 1,1 11-1,0 7 1,0 7-8,0 3 0,6 6 0,4 6 0,1 3 0,2-1 1,-1 1-1,4-4 0,0-4 0,-1-5 0,-4-3 0,-2-8 1,1-10-996,-2-9 0,5-5 0,-4-3 1,3-5-1,-3-8 0,-2-8 1,-3-5-1,1-2 0,-2 1 1,-1 0-1,-4-1-251,-2 1 1,-4-5 0,-7 1 0,-1 4 0,-1 4 0,-3 4 0,1 2 0,0 3 0,-2 1 0,1 0 0,-1 1 0,3 6 868,2 7 1,2 2 0,-1 8 0,3 2 0,2 1-1,5 2 1,4 0 0,2-2 0,4-2 0,5-2 0,2-3-1,4-4-408,4-4 0,-3-1 1,7-6-1,2-2 0,1-2 1,3-1-35,4 0 0,3-6 0,6-2 0</inkml:trace>
  <inkml:trace contextRef="#ctx0" brushRef="#br0" timeOffset="84">25047 12662 8058,'7'-21'131,"-6"0"0,6-5 0,-3 4 0,1 1 0,-2 4 1,-1 1 3274,-2 1-3193,0 1 0,-2 6 1,-2 3-1,-6 4 0,-1 2 1,0 2-1,1 4 1,-1 2-1,-2 6 0,0 4 1,2 5-1,2 5 0,-3 3 1,1 1-1,2 1 1,4-1-1,3 1 0,2-2 1,2-2-1,4-4 1,7-4-405,5-4 1,12-9 0,-1-4 0,3-3-1,1-5 1,1-7 0,-2-9 0,-2-7 0,-3-4-1,-3-2 1,-6-2 0,-7 2 302,-6 2 1,-4 0-1,-2-1 1,-4 2 0,-6 7-1,-5 5 1,-3 4 0,1 3-1,2 5 1,2 4-1,1 2 1,3 4-8571,6 5 8458,2 3 0,2 7 0,0 3 0</inkml:trace>
  <inkml:trace contextRef="#ctx0" brushRef="#br0" timeOffset="85">25450 12834 8058,'8'15'646,"5"-7"0,-3-4 0,2-4 0,1-4 0,-3-6 0,-6-3-6,-2-1 0,-2-5 0,0-2 0,0-1 0,-2-4 0,-1-1 0,-3-2 1,-1-1-1,1-2 0,3-4 0,1 1 0,2 0-812,0 3 1,0 2-1,0 3 1,2 4-1,3 7 1,4 7-1,4 2 1,1 4-1,1 3 1,-1 5 0,1 6-1,-1 5-65,0 3 0,1 0 0,-1-3 0,1 2 0,-1 1 1,0-1-1,1-2 0,-1-3 0,0-4 0,1-2 1033,-1-1 1,1-4-1,-1 2 1,-1-4 0,-2-3-932,-1-2 0,-7-1-2189,2 1 0,-4-3 2324,-1-6 0,-6 6 0,-2 1 0</inkml:trace>
  <inkml:trace contextRef="#ctx0" brushRef="#br0" timeOffset="86">25220 12475 8058,'-14'0'224,"-1"-2"1,1-1 0,-1-2 809,1 2 0,6 0 1,5-2-1,6-3 1,5-2-1,2 2 1,-1 2-567,2 3 0,-3 6 0,0 3 0,0 1 0,0 1 0,2 0 0,0 3 0,-1 2 0,2 1 0,1 0 0,-1 1 0,-2-1-483,2 1 1,-3 4 0,2 0 0,0 0 0,-1 0-1,-1 2 1,0 0 0,-1 0 0,1-4 0,0-1-1,1-1 1,1-1-428,-1 0 0,-4-6 0,5-3 0,1-3 0,0-4 0,-1-3 1,-4-4-1,-1-4 0,1-1 0,1-1 442,-1 1 0,-1-1 0,-5 1 0</inkml:trace>
  <inkml:trace contextRef="#ctx0" brushRef="#br0" timeOffset="87">25709 12489 7702,'-6'-8'1756,"4"0"1,-4 5-1425,-1-2 1,6 2 0,-2 8-1,6 3 1,6 0 0,4-4 0,1-2-1,1-2 1,-1 0 0,2 0-1,2 0-255,1 0 0,0-5 1,-4-1-1,-1-1 0,-1-1 1,-2 2-1,-1-2 0,-1 0 1,-1-3-1,-1-2 0,-3-1-66,1-1 0,0 6 0,-7-1 0,-2 0 0,-4 1 0,-2 1 0,0 1 0,-1 4 0,-2 2 0,-1 2 0,0 2 0,-1 5 141,1 5 1,-1-2 0,1 10 0,1 0 0,2 1 0,3 2-1,2 0 1,2 0 0,3 0 0,1-1 0,0-2 0,1-4-329,4-1 0,3 2 1,7-2-1,-1-4 1,0 0-1,1-3 1,-1-1-1,2-1 1,2-3-1,1 1 1,-1 0-1,-1-2-3670,2-1 0,-3-2 3846,3 0 0,-3 6 0,-1 2 0</inkml:trace>
  <inkml:trace contextRef="#ctx0" brushRef="#br0" timeOffset="88">26126 12460 8058,'-4'-14'645,"-1"-1"1,-2 3-1,4 0 1,-2 6-1,2 6 1,2 10-1,1 7 1,0 6-346,0 2 0,4-2 1,1 1-1,0 0 0,0 0 1,0-2-1,-2 0 1,-2-1-1,1 0 0,1-4 1,2-1-1,-2-1-337,-1-1 1,-2 1 0,-2-3 0,-3-2-1,-4-7 1,-2-6 0,1-8 0,5-5 389,4-3 1,1-7-1,0 2 1,0-3-1,0-4 1,0 0-1,1-3 1,4 4 0,5 2-1,2 4 1,3 0-1,1 2-656,3 3 0,-2 4 1,7 4-1,4 3 1,2 2-1,5 3 0,0 3 303,0 4 0,-1 4 0,-5 7 0</inkml:trace>
  <inkml:trace contextRef="#ctx0" brushRef="#br0" timeOffset="89">27651 12762 8058,'0'-9'2555,"2"1"-2191,3 1 1,-2 3-1,7 4 1,1 0-1,1 0 1,3 1 0,-1 2-1,1 2 1,-1-2-1,0-1 1,1-2-1,-1 0 1,1-2 0,-1-1-1,0-2-129,1 2 1,-1-3 0,1 1 0,-1 0 0,0 0-1,1 1 1,-1-1 0,0 0 0,1 0 0,-1 2-1255,1 1 0,-1-2 1,2-1-1,2 2 1,1 1 1018,-2 2 0,6-6 0,-1-2 0</inkml:trace>
  <inkml:trace contextRef="#ctx0" brushRef="#br0" timeOffset="90">28515 12302 8058,'0'-14'772,"0"-1"0,0 6 0,1 7 0,2 15 0,2 11 0,-2 11 0,1 5 0,-1 5-556,2 3 0,-1-2 0,-2 5 1,1-1-1,2-4 0,0-1 0,-1-2 1,1 0-1,0-1 0,0-6 1,0-7-217,-2-8 0,5 1 0,0 1 0</inkml:trace>
  <inkml:trace contextRef="#ctx0" brushRef="#br0" timeOffset="91">28917 12417 8058,'-14'-14'674,"0"-1"0,4 6 0,0 1 0,-1 3 1,0 8-1,0 10 0,3 9 0,1 7 0,4 3 1,2 3 2974,1 2-3635,0 1 1,0 1 0,0-3 0,0 0 0,1-4 0,4-2 0,5-1 0,2-2 0,3-3 0,1-5-1,3-5 1,5-4 0,3-5 0,2-4 0,0-1 0,-1-3 0,1-5 0,-2-8 0,-1-5 0,-4-4 0,-2-2-1,-6-4 1,-4-1 309,-4-1 1,-1-7 0,-5 3 0,0-1-1,-2-1 1,-3 1 0,-4 1 0,-4 4 0,-3 4-1,-2 5 1,-2 6 0,-1 7-9103,0 6 8778,-5 4 0,4 7 0,-7 2 0</inkml:trace>
  <inkml:trace contextRef="#ctx0" brushRef="#br0" timeOffset="92">30097 12547 8058,'-2'-23'1551,"-2"4"1,0 3 0,-3 2 0,0-1 4133,4 1-5664,1 6 0,9 9 0,2 12 0,4 6 1,3 4-1,2 2 0,2 3 0,1 0 1,2-1-1,-3-1 0,1-4 0,-3-1 1,-2-2-1,-2 1 0,-1-1 0,-4-2 1,-2-1-22,-1-1 0,-4-1 0,4 1 0</inkml:trace>
  <inkml:trace contextRef="#ctx0" brushRef="#br0" timeOffset="93">30457 12417 9132,'-10'-13'971,"1"4"1,4-3 0,-3 9-1,1 6 1,4 12 0,0 14 0,-2 12-1,-4 10 1,-6 7 0,-2 4-1028,-3 5 1,-5 4-1,1-1 1,-3 0-1,0-1 1,1-2 0,4-8-1,2-7 1,6-9-1,4-5 56,4-4 0,-5-10 0,3-4 0</inkml:trace>
  <inkml:trace contextRef="#ctx0" brushRef="#br0" timeOffset="94">30514 12647 8464,'7'-8'339,"-6"0"1,6 5 0,-1-2 0,4 2-1,2 1 1,3 2 0,-1 0 0,2 0 0,2 0-1,1 0 1,0 0 0,0-1 0,1-4 0,-3-3-41,-1 0 1,-2-6-1,-1 1 1,-2-5-1,-3-1 1,-1 0-1,-4-2 1,-1 0-1,-4 1 1,-3 2-1,-4 4 1,-4 4-87,-2 5 1,0 4 0,-3 2-1,-3 6 1,0 7 0,-1 8 0,1 6-1,2 2 1,5 2 0,2 2-1,3-1 1,1-1-867,3-3 1,3 3 0,2-10 0,2 1 0,3-3 0,6-2 0,7-4 0,6-6 0,3-4 0,3-4 0,2-4 652,2-5 0,6-7 0,-4-13 0</inkml:trace>
  <inkml:trace contextRef="#ctx0" brushRef="#br0" timeOffset="95">31003 12518 8058,'0'-15'305,"0"1"1,-1 1 0,-2 2 0,-4 1-1,-1 1 1,-3 1 0,-2 5 0,-1 6 161,0 6 0,-1 9 0,1 3 0,1 1 0,2 4 1,1 1-1,-1 0 0,0-1 0,1-4 0,4 0 1,1-1-1,0 0-623,2-3 1,1-2 0,4-4-1,3-2 1,4-5 0,4-4-1,2-2 1,-1-4 0,2-5 0,2-2-1,1-4-11,-2-4 0,-2 3 0,-4-6 0,-2 3 0,1 0 1,0 1-1,-2 0 0,-2 2 0,-3 1 0,-1 1 395,-2 1 1,0 7 0,0 7 0,0 10 0,0 6 0,0 5-1,0 0 1,0 1 0,0-1 0,0-1-607,0-2 1,0 3-1,1-2 1,3-1-1,2-2 1,2-4-1,3 0 1,2-4 377,1-2 0,1 5 0,-1-3 0</inkml:trace>
  <inkml:trace contextRef="#ctx0" brushRef="#br0" timeOffset="96">31320 12762 8058,'-2'-9'646,"-1"-1"0,-3-1 0,-1-2 1,1-1-1,1-2 0,0-2 0,1-1 1,-1 1-76,-2 2 1,6 0 0,-4-1-1,3-4 1,2 0 0,0 1-1,0 2 1,0 2 0,2 0 0,3 0-1,3 0 1,3 5-2507,3 3 1,-2-2-1,8 5 1,0 2-1,0 2 1935,3 1 0,1 0 0,4 0 0</inkml:trace>
  <inkml:trace contextRef="#ctx0" brushRef="#br0" timeOffset="97">31737 12431 8058,'-14'-6'758,"-1"-4"0,6 4 1,-1 0-1,-1 1 1,-2 0-1,-1 2 1,1 3-115,3 5 1,4 3-1,6 6 1,0 0 0,0 1-1,0-1 1,0 1 0,2-1-1,1 0 1,3 1-384,2-1 1,0-4-1,3-1 1,-1 3-1,0 0 1,-1 3-1,1-1 1,-1 0-1,-1 1 1,-1-1-1,-2 1 11,-1-1 0,1 0 1,-5 1-1,0-1 1,-1-1-1,-3-2 1,-2-3-1,-2 0 1,-5-1-1,-3-1 1,-5-1-1395,-1 1 0,3 1 1,-5 4-1,-2-2 1122,-1 3 0,-8 0 0,-2 3 0</inkml:trace>
  <inkml:trace contextRef="#ctx0" brushRef="#br0" timeOffset="98">14343 15554 8058,'-4'-10'633,"-1"0"1,-2 2 0,4-3 0,-2 2 0,2-2 0,0-1 500,-2 3 1,4 1 0,-2 5 0,4-1-1,6 6 1,-1 8-782,0 7 1,4 1-1,-4 6 1,1 1-1,1 4 1,-2 5-1,0 2 1,-1 3 0,0 1-1,0 3 1,0 3-1,-1 1-645,1-3 1,0-5-1,-3-1 1,1 0 0,2-1-1,-2-5 1,-2-5 0,-1-4-1,0-2 1,0-4 0,0-1 402,0-1 0,0-6 0,0-2-380,0-6 1,0-4 0,0-11 0,2-1-1,1 1 1,2-1 0,-2 1 0,-1 0 0,-1 1-80,4 3 1,-3-3 0,4 4-1,-1-4 1,1-1 0,1-1-1,1 2 1,-2 2 0,2 2 0,-1-3-1,1 0 804,0-3 1,-4 6-1,6 1 1,0 0-1,-1 1 1,1 1 0,1 3-1,2 1 1,1 4-452,0 3 0,-4 3 1,-2 6-1,0 2 1,-2 1-1,1 3 1,-4-3-1,0 1 1,0-1-1,4 3 1,-1-3-6,1-1 0,4 5 0,-3 1 0</inkml:trace>
  <inkml:trace contextRef="#ctx0" brushRef="#br0" timeOffset="99">14905 15942 7624,'-15'5'421,"1"0"0,6 6 0,1-1 0,3 2 1,-1 3-1,2-1 0,1 0 0,2 2 0,2 2 1,1 1-1,3-1 0,1-2-647,-1-2 0,4-4 1,-4-1-1,0 3 0,1 0 1,-2 1-1,-1-2 226,1-1 0,6-7 0,-3 4 0</inkml:trace>
  <inkml:trace contextRef="#ctx0" brushRef="#br0" timeOffset="100">15077 15827 9251,'8'2'829,"-5"2"0,-4 6 0,-4 3 1,0 0-1,0-2 0,1-2-328,0 3 1,3 0-459,1 3 0,1-6 0,4 1 0,5 0 0,3-1 1,1-1-1,0 0 0,1 0 0,-2 3 0,-2 2 0,-2 1 1,1 1-1,0-1 0,-3 2 0,0 3 0,-4 5 0,-1 4 1,-4 0-1,-3 1 0,-3 0-1810,0 0 1,-3-2 1766,6-3 0,-12 3 0,1-5 0</inkml:trace>
  <inkml:trace contextRef="#ctx0" brushRef="#br0" timeOffset="101">15279 15957 7630,'14'-7'444,"2"4"0,2-7 0,2 1 0,4-1 1,5 1-1,5-3 0,2 0 0,3-1 0,-2 2 1,-2 3-1,-2 0-1049,1 0 1,-1 4 0,-5 0 0,-4 0 604,-5 0 0,3 2 0,1-4 0</inkml:trace>
  <inkml:trace contextRef="#ctx0" brushRef="#br0" timeOffset="102">15523 15194 7627,'-19'0'691,"0"0"1,1 0 0,2 3 0,3 7-1,4 9 1,4 10 0,5 9 0,5 10-1,3 8-206,0 6 0,5 9 1,-4 7-1,4 0 1,0 1-1,-2-6 0,-1-6 1,1-9-1,2-9 1,1-5-1,2-6 0,2-6-4523,1-6 0,2-10 4038,-2-7 0,3-6 0,7 4 0</inkml:trace>
  <inkml:trace contextRef="#ctx0" brushRef="#br0" timeOffset="103">15797 15827 7627,'-8'14'378,"-5"1"0,3 1 0,-1 1 0,0 4 0,3 2 1,1 2-1,4 2 0,2 0 0,4-3 0,5-4 0,8-4-102,5-2 1,3-1 0,4-4 0,1-4 0,0-5 0,0-5-1,-1-4 1,1-4 0,-2-3 0,-3-2 0,-6-2 0,-7-3 269,-6-2 1,-3 2 0,-2-1 0,-4 0-1,-4 2 1,-6 3 0,-4 3 0,-1 1 0,0 1-1,1 1 1,2 4 0,2 2-2388,0 1 1,4 4-1,2-1 1841,2 6 0,1 12 0,5 7 0</inkml:trace>
  <inkml:trace contextRef="#ctx0" brushRef="#br0" timeOffset="104">16271 16086 7627,'-14'0'692,"0"0"1,4-2 0,0-2-1,-1-6 1,0-3 0,1-3-1,6-1 1,2-4 0,2 0-1,0-1-336,0-1 0,0-1 0,2-4 0,2 0 1,6 3-1,3 2 0,1 3 0,1 2 0,1 4 1,1 4-1,2 5 0,0 4-6432,2 1 6076,-11 0 0,15 0 0,-9 0 0</inkml:trace>
  <inkml:trace contextRef="#ctx0" brushRef="#br0" timeOffset="105">16559 15899 7627,'-6'8'780,"2"5"0,-5-4 0,-1 4 0,2 2 0,3-1 0,4 0 0,1 1 0,0-1 0,0 0 0,1 1-1042,4-1 1,2 1 0,4-1 0,-2 0 0,1 1 0,0-2-1,-1-2 262,2-2 0,2 1 0,2 4 0</inkml:trace>
  <inkml:trace contextRef="#ctx0" brushRef="#br0" timeOffset="106">17091 15856 7647,'-19'0'0,"0"0"427,1 0 0,1 0 0,-1 1 0,-1 3 0,1 2 0,2 2 0,2 3 1,0 4-1,-1 2 0,3 4 0,2 1 0,5 2 0,4 0 0,1 0 1,0 2-1,0 1-606,0 2 1,6-7-1,4-3 1,2-3-1,3-1 1,1-1-1,1-1 179,2-3 0,7-4 0,-4-6 0</inkml:trace>
  <inkml:trace contextRef="#ctx0" brushRef="#br0" timeOffset="107">17437 15928 7647,'-20'0'433,"0"0"1,-1 0 0,0 1-1,4 3 1,1 0 0,1 1 0,1 2-1,-1 2 1,3 6 0,0 2 42,3 2 1,6 2 0,-2-3 0,3 1-1,2-2 1,2-1 0,3-1 0,4-2-1,4-4 1,1-2 0,1-3 0,-1 1-631,1-2 0,-1-6 1,2-3-1,2-2 0,1-3 1,-2-4-1,-1-2 0,-1-3 1,-1 3-1,0 2 0,-1 4 1,-2 3 271,-1 2 1,0-1 0,4 4-1,-1 0 1,-2 5 0,-3 6 0,0 4-1,-2 3 1,2 1 0,0 1-1,2 3-1758,-2-3 0,6-1 0,-1-1 1640,5-1 0,7 0 0,-2 1 0</inkml:trace>
  <inkml:trace contextRef="#ctx0" brushRef="#br0" timeOffset="108">17768 14949 7643,'-15'-6'801,"1"4"1,1-1 0,3 6 0,6 9 0,2 7 0,2 11 0,2 13 0,2 13 0,8 11 0,4 9-1,-6-35 1,0 1-618,2 2 1,-1 1-1,-2-3 1,-1-1-1,2 2 1,-1-1-1,7 36 1,0-7-1,2-7 1,1-7 0,0-6-1,1-6 1,0-8-1,1-5 1,2-5-8707,-1 0 8522,2-6 0,5 0 0,-1-7 0</inkml:trace>
  <inkml:trace contextRef="#ctx0" brushRef="#br0" timeOffset="109">19235 16086 7643,'-10'0'1935,"2"-2"1,2-2 0,1-6-1583,-1-3 1,4-6 0,-3-2 0,4 1 0,1-3 0,0 1-1,0-2 1,0 0 0,0 1 0,0 3 0,0 2 0,1 4-1,4 4 1,5 5 0,3 4-598,1 1 1,2 0-1,3 1 1,4 4-1,1 3 1,0 2-1,1-1 1,4 2 0,3 1-1,0-3 1,-3-2-1,-4-3 94,1 1 0,-1 0 0,1-7 0,-4-2 0,-1-6 1,-5-3-1,-3-1 0,-5-2 0,-2-2 0,-3-1 1,-3 1-1,-4 2 513,-6 2 0,-3 5 0,-3 1 0,-1 1 0,-3 6 0,3 4 0,-1 8 0,2 6 0,0 7 1,4 4-1,0 0 0,4 1-806,4 0 1,2 1 0,2 1-1,0-1 1,2-3 0,2-1-1,6-4 1,3-1 0,3-3 0,3-2-1,5-5 1,3-3-5962,2-5 6404,0-1 0,6-9 0,2-1 0</inkml:trace>
  <inkml:trace contextRef="#ctx0" brushRef="#br0" timeOffset="110">20213 15798 7643,'-22'-13'0,"3"2"500,3 2 1,1 4 0,1-3-1,0 0 1,-1 2 0,1-1 0,-1 4-1,1 1 1,0 4 0,1 4-1,2 9-115,1 7 0,1 7 1,-4 3-1,2 1 0,3 1 1,1 0-1,4-1 0,1-1 1,4-2-1,3-1 0,6-2 1,7-3-1877,5-4 0,5-6 0,0-4 0,1-6 0,2-2 1491,2-2 0,4-6 0,6-2 0</inkml:trace>
  <inkml:trace contextRef="#ctx0" brushRef="#br0" timeOffset="111">20674 15841 7643,'-13'-1'393,"2"-2"0,1-2 1,-1 2-1,-2 1 1,-1 2-1,-1 0 8,1 0 0,0 6 1,1 4-1,2 3 1,3 3-1,1 1 0,4 3 1,1-1-1,2 0 1,0 2-1,0 0 0,0-1-278,0-2 1,7-4 0,2-3 0,4-3 0,3-1 0,2-4 0,1-1 0,0-2 0,0-2 0,2-3 0,0-4 0,0-6 300,-4-4 0,-2 1 1,-6-4-1,-4 0 0,-3-1 1,-2-1-1,0 0 1,-2 2-1,-3 1 0,-3 4 1,-1 1-1,-1 3-1714,-1 3 0,-2-1 1,0 8 1289,4 4 0,-4 12 0,5 10 0</inkml:trace>
  <inkml:trace contextRef="#ctx0" brushRef="#br0" timeOffset="112">21005 16158 7650,'0'-10'463,"0"1"1,0-2 0,-2-2-1,-1-2 1,-4 3 0,1 0 0,-2 3-1,2-2 173,-1-2 0,1-3 0,3-2 1,-2-1-1,2 2 0,1 1 0,2 1 1,2 1-1,2 1 0,4 2 1,2 3-1676,0 1 1,4 3 0,5 5 0,-1 2 0,-1 4 1038,3 1 0,2 1 0,7 6 0</inkml:trace>
  <inkml:trace contextRef="#ctx0" brushRef="#br0" timeOffset="113">21379 15827 7650,'4'-10'-185,"1"1"185,-2-2 0,-1-2 0,-2-2 0</inkml:trace>
  <inkml:trace contextRef="#ctx0" brushRef="#br0" timeOffset="114">21451 15165 7805,'0'-14'949,"0"-1"1,0 6-1,-2 1 1,0 1-1,1 7 1,4 7 1360,3 7 0,2 10-2230,2 0 0,3 10 0,-5 4 0,1 4 1,-1 1-1,0 0 0,-1 2 0,1 1 1,-2 5-1,0 2 0,-2 1 0,-3-4 1,-1-4-1,2-3 0,1 1 0,3-4 1,1-5-1,-1-8 0,-1-6 0,0-7 0,1-4-1610,2-4 1614,-5-1 1,4-7 0,-7-2 0,0-6 0,0-3 0,-2 0 0,-1 2 0,-2 2 0,0-3-1,1 0 1,-3-1 0,1 2 0,-2 3 0,0 0 0,-3 0 0,-2-2 0,-1 2 0,-1 3 0,1 4-30,-1 1 1,1 0 0,0 0 0,1 1-1,2 4 1,1 6 0,-1 5 0,-2 5-1,0 1 1,2 4 0,3 1 0,0 2-425,0 0 1,5-2 0,-2-2 0,3-2 0,2-2-1,0-4 1,2-1 0,3-1 0,4-3 0,4-2-1,3-4 1,2-1-2255,1 0 1,7 0 2622,-2-5 0,3 0 0,2 0 0</inkml:trace>
  <inkml:trace contextRef="#ctx0" brushRef="#br0" timeOffset="115">21969 15769 9549,'-16'-4'581,"-4"-1"0,4-5 0,-3 6 0,3 0 0,2 3 0,-1 1 0,1 0 0,0 1 0,-1 4 0,2 5 0,4 2-343,4 3 1,3-1 0,4-1 0,3-2 0,4-1 0,4 1 0,2 2-1,-1 0 1,2-2 0,2-2 0,1 3 0,-2 0-59,-1 3 1,-3-1-1,-2 1 1,-3-1 0,-1 0-1,-4 2 1,-1 2 0,-4 1-1,-3-1 1,-4-2 0,-4-2-1253,-2 0 1,-1 1-1,-1-2 1,-2-2-1,1-2 1,2 1 1071,2-2 0,6 5 0,1-5 0</inkml:trace>
  <inkml:trace contextRef="#ctx0" brushRef="#br0" timeOffset="116">23378 15885 7651,'-6'-13'527,"-4"2"1,-2 3 0,-3 1 0,1 2 0,-1 1 0,0-1-237,-5 2 0,4 7 0,-3 6 0,3 3 0,3 3 0,2 3 0,3 7 1,2 4-1,3 4 0,1-3 0,4 0 0,2-2 0,8-2 0,4-3 1,4-5-1,3-3-331,2-2 0,4-6 0,3-3 0,2-5 0,-2-5 0,-2-4 0,-3-6 0,-3-2 0,-5-4 0,-3-1 0,-3-4 0,-3-1 547,-6-2 0,-4 0 1,-4 2-1,-8 2 1,-5 2-1,-7 2 1,-3 4-1,0 2 1,1 6-1,4 4 0,1 3 1,5 4-2927,5 3 0,-1 3 1,8 6 2418,0 1 0,9 5 0,3 3 0</inkml:trace>
  <inkml:trace contextRef="#ctx0" brushRef="#br0" timeOffset="117">23796 16216 8147,'8'-2'1092,"-4"-3"0,-2-4 0,-2-6 0,0-4 1,0-7-1,-2-6 0,-1-6 0,-3-5 1,-1-5-573,1-5 1,-5-9 0,3-5-1,0-5 1,1-3 0,3-2 0,-3 3-1,1 6 1,0 7 0,2 6-1,3 9 1,1 6-1926,0 7 1,6 13 0,4 8-1,2 4 1,4 6 0,4 5-1,2 7 913,0 3 0,6 7 1,-6 3-1</inkml:trace>
  <inkml:trace contextRef="#ctx0" brushRef="#br0" timeOffset="118">23709 15769 7651,'-27'8'605,"3"-1"1,5-2 0,6-1-1,8 0 1,12-3 0,9-1 377,8 0 0,3-1 0,3-3 0,2-2 0,3 0 0,1-2 0,0 0 0,0-2 0,0 1 0,1 1-575,3 1 0,2-4 0,1 3 0</inkml:trace>
  <inkml:trace contextRef="#ctx0" brushRef="#br0" timeOffset="119">25680 15021 7651,'-4'-24'517,"-1"2"1,0 1 0,0 2-1,-1 0-132,-2 0 1,5 7-1,-2 14 1,3 12-1,2 15 1,0 13-1,0 10 1,0 11-1,2 9 1,1 8 0,0-38-1,0 0 1,0 2-1,1-1 1,0 1-1,0 0 1,-1 0-1,0 1 1,1 1 0,0-1-1184,0 0 0,0 0 0,-1 35 0,2-8 0,-2-10 1,2-8-1,5-9 798,2-10 0,3-1 0,-1-12 0</inkml:trace>
  <inkml:trace contextRef="#ctx0" brushRef="#br0" timeOffset="120">25982 15827 7651,'-19'19'68,"0"0"1,1 7 0,7-4 0,3 2 0,2-1 0,4-1 0,6-1 0,7 0 0,5-5 0,4-5 0,3-6 0,1-4 420,-2-1 0,4-1 0,-7-4 0,-1-5 0,-4-3 0,-3-1 0,-3-2 0,-1-1 0,-4-4 0,-2 0 0,-2 0 0,-4 4-519,-5 1 1,-2-4 0,-3 3 0,1 2 0,-1 6 29,1 2 0,19 9 0,4 6 0</inkml:trace>
  <inkml:trace contextRef="#ctx0" brushRef="#br0" timeOffset="121">26400 15726 7840,'-10'-6'0,"2"-4"435,2-2 1,-4 2-1,4 2 1,-2 2-1,-3 4 1,-2 5 0,-2 8-1,-1 7 1,-1 8-1,-2 4 1,1 5-171,2 2 1,2-5 0,-1 1 0,2-2 0,4-4 0,4-1 0,3-4 0,4-1 0,3-5 0,6-5 0,5-6-578,3-4 1,2-9 0,-3-5 0,1-4 0,-2-1 0,-1 2 0,-1 2 0,-1 1 0,-1 2-1,-2 3 1,-1 2-26,1 2 0,0 4 1,0 5-1,-3 5 1,0 3-1,0 3 1,3 1-1,2 2 1,0-1-1,-2-2 0,-1-2 297,1 1 0,2-1 0,1-1 1,1-4-1,-1-4 0,0-3 0,1-2 1,-1 0-1,0 0 0,-1-2 0,-2-3 445,-1-4 1,-7-6 0,2-2-1,-3-2 1,-2 1 0,1 2 0,2 2-1,2-2 1,-2-2 0,-1-1-1,0 0 232,2-2 0,0 5 1,5-5-1,2 2 1,1 0-1,0 1 0,0 2 1,0 2-1,0 1 1,0 3-1,1 6 0,1 2-341,1 2 0,-1 2 0,1 4 0,-3 7 1,0 6-1,-4 2 0,-2 1 0,-1 1 0,0 1 1,-1 0-1,1 0-1487,2 1 0,-6-4 0,4 0 0,-2-2 1,0 2-1,4-1 0,-1 3 1191,1-1 0,4 2 0,-3 5 0</inkml:trace>
  <inkml:trace contextRef="#ctx0" brushRef="#br0" timeOffset="122">28486 15769 8122,'-19'-14'413,"-1"0"1,-4 6-1,5 3 1,0 3 0,0 2-1,-2 0 1,0 2 0,-1 3-291,0 4 1,2 9-1,-2 3 1,0 1-1,1 2 1,0 0-1,5-2 1,3 1 0,5-2-1,2 1 1,3-1-1,1 1 1,4-1-1,4-2 1,7-5 0,4-2-289,1-1 113,4-5 0,-4 1 1,4-7-1,1-2 0,-2-1 1,1-4-1,-1-1 0,-1-3 1,-2-2-1,-2 1 1,-2 0-1,-1 3 0,-2-1 1,-1 2-1,1 4 0,2 4 1,0 4-1,-2 8 0,-1 3-2162,1 5 0,-3-1 2214,1-5 0,1 1 0,4-1 0</inkml:trace>
  <inkml:trace contextRef="#ctx0" brushRef="#br0" timeOffset="123">28730 15913 7651,'0'-14'179,"0"0"0,0 4 1,0 4-1,0 4 1,2 10-1,1 10 1,2 10-1,0 11 1,0 5-37,-1 4 1,1 12 0,-3-1 0,1 5-1,2 3 1,-2 0 0,-2-1 0,-1-3 0,0-2-1,0-3 1,-1-7 0,-2-8-164,-2-8 1,-11-12-1,2-9 1,-2-8-1,0-4 1,3-5 0,2-7-1,3-11 1,1-9-1,6-10 1,4-6 0,6-7-72,4-3 0,8-8 0,3-5 1,3-4-1,-12 35 0,-1-1 0,13-36 1,-1 1-1,-2 4 0,1 5 0,1 7 1,-2 12-1,-5 10 628,-3 12 1,-8 15-1,-3 10 1,-4 12-1,-1 10 1,-1 5 0,-4 4-1,-5 4 1,-2-1-1,-3 0 1,1-2-645,-1 3 1,1-11 0,0 4 0,-1-2 0,2-1-1,2-2 1,3-5 106,2-3 0,7-8 0,7-2 0</inkml:trace>
  <inkml:trace contextRef="#ctx0" brushRef="#br0" timeOffset="124">29133 15841 9301,'-6'-8'822,"4"-1"1,-3 10 0,5 11 0,5 8 0,5 9 0,1 5 0,0 4 0,-3 4 0,0 2-804,0 4 0,-5 5 0,2 8 0,-3 1 0,-2-1 0,0-3 0,0-6 0,-2-4 0,-3-5 0,-4-4 0,-2-7 0,-1-8-143,3-10 0,-1-6 0,-4-9 1,1-4-1,3-6 0,4-7 1,1-8-1,0-6 0,2-8 0,2-6 1,1-7-15,0-3 0,6-3 0,4-3 0,2-4 0,4 1 1,2 4-1,3 5 0,1 5 0,4 3 0,-1 8 1,1 10-1,-4 10 337,-1 9 1,-2 6 0,-4 10-1,-1 6 1,-1 7 0,-4 6 0,-4 3-1,-3 2 1,-2 0 0,0 0 0,0-1-1,-2 1-220,-3 0 0,-3 0 1,-6-2-1,0-3 0,-1-5 1,1-3-1,-1-2 1,1-1-1,0-3 21,-1-5 0,1-4 0,-1-1 0</inkml:trace>
  <inkml:trace contextRef="#ctx0" brushRef="#br0" timeOffset="125">29421 15180 8928,'-5'-28'0,"0"4"665,2 5 0,2 8 1,1 6-1,1 8 1,4 15-1,3 12 1,1 14-1,1 8 1,0 7-1,-1 5 3636,1 2-4794,-7-5 1,3 9 0,-6-1 0,0 3 0,0 0 0,0-8 0,0-8 0,0-10 0,0-4 0,0-7 0,2-5 492,3-8 0,3-10 0,6-6 0</inkml:trace>
  <inkml:trace contextRef="#ctx0" brushRef="#br0" timeOffset="126">29665 15798 12071,'-14'0'0,"1"2"0,4 4 0,2 7 0,3 6 0,-1 2 0,2 1 128,1 1 1,2-1 0,2 4 0,1-2 0,2 0 0,-2 0 0,0-2 0,0-1 0,4-4 0,1-2 0,1-4-129,-1-1 0,11-7 0,-3 3 0</inkml:trace>
  <inkml:trace contextRef="#ctx0" brushRef="#br0" timeOffset="127">30054 15769 7651,'-14'-8'0,"-1"2"795,1 0 1,-1 4-1,1-3 1,0 4-1,-1 2 1,1 4 0,-2 6-1,-2 5 1,-1 5-1,3 1 1,3 2-1,4 0-971,-2 0 1,4-4-1,2 2 1,4-1-1,1-4 1,1-1-1,6-1 1,6-3-1,6-2 1,5-5 175,6-4 0,-1-7 0,6-2 0</inkml:trace>
  <inkml:trace contextRef="#ctx0" brushRef="#br0" timeOffset="128">30313 15784 8537,'-15'-7'680,"1"6"0,0-4 0,-1 3 0,1 2 0,0 2 0,-1 3 1,1 6-1,-1 5 0,3 5 0,0 0-476,3-1 0,6 4 0,-2-4 0,3-3 0,2-1 0,0-1 0,2-3 0,3-2 0,4-5 1,4-5-587,1-5 1,6-3 0,-1-6 0,-2-1 0,-1 1 0,-1-1 0,-1 1 0,1 0 0,-1 1 0,0 2 0,-1 1 0,-2 0 521,-1 2 0,-5-3 0,4 6 1,1 4-1,-1 4 0,-1 7 0,-1 2 1,-4 3-1,0-1 36,2 1 1,-2-1-1,5 0 1,-1 1 0,-3-1-1,1 1 1,2-3 0,-1 0-1,2-4-846,0-2 1,2-3 0,2-8 0,0-4 0,-3-4-1,2-3 1,0-2 0,1-1 0,-4 2 0,0 1 656,0 1 0,0 1 1,3 1-1,-3 2 1,0 1-1,0 1 1,1-1-1,1 2 1,0 3 456,1 7 0,-3 4 0,0 9 0,0-1 0,-2 0 0,2 1 0,-1-1 0,1 1 0,-2-1 0,0 0 0,-1-1-2868,2-3 1,-4 1 2423,6-6 0,1 0 0,4-5 0</inkml:trace>
  <inkml:trace contextRef="#ctx0" brushRef="#br0" timeOffset="129">30816 15769 9929,'15'-14'0,"-1"0"0,1 1 0,-1 2 0,2 3 0,2 0 0,2 0 0,1-2 268,0 2 1,3 0-1,-3 5 1,1-3-1,2-1 1,-2-1-1,-2 2-268,-4-1 0,-2-4 0,0 3 0</inkml:trace>
  <inkml:trace contextRef="#ctx0" brushRef="#br0" timeOffset="130">30816 15036 9105,'-14'1'0,"1"4"699,4 5 1,-3 9-1,8 6 1,2 9-1,5 9 1,8 10-1,5 8 1,4 4-1,-3 2 1,-1-1-1,-3-2 1,-3-5-795,-6-5 1,-2 1-1,-2-7 1,0-4 0,0-4-1,0-8 1,0-4 0,2-6-1,2-3 95,6-6 0,3-5 0,1-8 0</inkml:trace>
  <inkml:trace contextRef="#ctx0" brushRef="#br0" timeOffset="131">31219 15654 7651,'-19'-8'0,"-2"4"683,-1 2 1,4 2-1,-1 0 1,3 0-1,2 2 1,1 2-1,3 6 1,4 3 0,1 1-1,0 1 1,2-1-1,3 0-208,5 1 1,3-1 0,6 0-1,1 1 1,-1-1 0,1 1 0,-1-1-1,0-1 1,1-2 0,-2-1 0,-2 1-595,-2 2 0,-6 1 0,2 0 0,-5 1 0,-5-1 0,-4 1 0,-4 1 0,-1 1 0,-1 2 0,-1-1 119,-3-2 0,-3-2 0,-7 1 0</inkml:trace>
  <inkml:trace contextRef="#ctx0" brushRef="#br0" timeOffset="132">32068 14949 7663,'-14'-25'343,"1"4"0,2 8 0,1 8 0,-3 12 0,-3 14 50,-3 14 0,-8 16 0,-2 19 0,11-30 1,-2 0-1,-3 7 0,-2 1 0,-3 4 0,-2 1 1,-2 5-1,-1 1 0,-2 1 0,-1 1 0,1 2 1,-1-1-1,0-1 0,0-1 0,0-1 0,0-1 1,0-3-1,1-1 0,2-2 0,1 0 0,2-3 1,1 1-130,2 0 0,-1-1 0,-1-2 0,-1-1 0,-3 0 0,1 0 0</inkml:trace>
  <inkml:trace contextRef="#ctx0" brushRef="#br0" timeOffset="133">28630 17295 7708,'0'-34'0,"1"0"900,4 3 1,-3 5-1,4 4 1,-1 1-1,1 5-575,2 5 0,-5 11 0,4 12 1,-2 9-1,-1 11 0,0 8 0,-3 8 1,-1 5-1,0 3 0,0 3 0,0 0 1,0-1-1,0-4 0,0-3 0,0-1 1,0-6-832,0-4 1,0-6 0,2-10 0,3-6 0,3-9 0,0-10 0,-4-11 0,-2-7 0,-2-3 488,0-4 1,0-1 0,-2-2-1,-2 2 1,-6 2 0,-3 1-1,-3 0 1,-1 1 0,-4 6 0,0 4-1,-1 5 1,-1 1-79,-2 4 1,-7 13 0,0 7-1,3 7 1,3 8 0,2 2 0,4 3-1,4-2 1,6 0 0,4-3 0,2-2-1,4-2-208,5-4 1,3-5 0,8-8 0,2-3 0,3-2 0,-1-2 0,3-4 0,-1-5 0,4-3 0,3-3-1,2-1 1,3 0 244,-2 0 0,3 1 1,-1-3-1,-2 1 1,-2 2-1,-1 3 0,-2 0 1,-3 1-1,-3 1 1,-2 1-1,0 0 0,-1-1 235,-2-2 1,-2 0 0,1-3 0,-1 1-1,0-1 1,-1-2 0,-2-1 0,-3 0 0,-1-1-1,-4 1 1,-3-1 292,-5 1 1,-3 6 0,-8 3 0,-1 4 0,-4 2 0,0 4 0,-1 5 0,1 2-1,0 4 1,3 4 0,2 2 0,4 2-730,2 0 1,4-2-1,6 2 1,0-3 0,1-2-1,4 0 1,6-1-1,7-2 1,6-3 0,5-4-1,3-4 1,3-3 153,1-2 0,-4 0 0,2-2 0,-4-3 0,-2-4 0,-4-4 1,-5-1-1,-5-1 0,-4 1 0,-6-1 0,-2-1 0,-2-1 667,0-2 0,-2-2 0,-1 2 0,-3-4 0,-2-2 1,-2-2-1,1-4 0,1-1 0,0-3 0,1-2 0,1-1 1,3 0-530,1-2 1,13-2 0,5 0 0,5 2 0,6 4 0,4 0 0,4 6 0,0 5 0,0 7 0,-3 7 0,0 6 0,-2 3-1470,-1 2 1,2 7 0,-12 2 0,-3 6 1435,-5 4 0,2 3 0,-5 7 0</inkml:trace>
  <inkml:trace contextRef="#ctx0" brushRef="#br0" timeOffset="134">28975 17669 7708,'-19'5'0,"0"-1"719,1 0 0,10 2 1,10-1-1,10-2 0,11-1 1,6-2-1,4-2 0,7-1 1,5-4-1,3 1-640,-2 0 0,-1-1 0,-2 4 0,0-2 1,0 2-80,1 1 0,5 2 0,2 0 0</inkml:trace>
  <inkml:trace contextRef="#ctx0" brushRef="#br0" timeOffset="135">29694 17640 7708,'-29'0'405,"2"0"0,2 2 0,2 2 1,1 6-1,1 3 0,0 1 0,5 1 1,5 0-1,6 3 0,4 3-15,1 1 1,0-4 0,1-1 0,4-4 0,5-3-1,3-1 1,1-1 0,0-3 0,1-3 0,-1-2 0,1-2-577,-1-3 0,0-3 0,1-4 1,-3 0-1,0 3 0,-3-2 1,1-2-1,-1 0 0,-1 2 1,0 3-1,0 0 67,4 0 1,-4 5-1,0-1 1,-2 8-1,-3 5 1,-1 4-1,-2 1 1,0 1 0,1-1-1,4 1-1741,5-1 0,-2-6 0,1-3 1860,3-4 0,7 6 0,3 1 0</inkml:trace>
  <inkml:trace contextRef="#ctx0" brushRef="#br0" timeOffset="136">29982 17683 10485,'-6'-13'0,"-4"4"0,-3 4 0,0 5 426,4 5 0,2 3 0,7 8 0,0 1 1,2 2-1,1-1 0,4-2 0,-1-2 1,2 1-1,0-1 0,3-1 0,2-2-395,1-1 1,2-7-1,2 2 1,1-4 0,-1-1-1,-1 0 1,1-1-1,1-4 1,-1-5 0,-2-4-1,-2-4 1,0-2-93,1-3 0,-2 1 0,-2-4 0,-3 2 0,-2 0 1,-3 0-1,-1 2 0,-2 0 0,-2 1 0,-1 0 0,-3 3 1,-1 2-3296,1 2 0,0 4 3356,1 1 0,3-1 0,-4-4 0</inkml:trace>
  <inkml:trace contextRef="#ctx0" brushRef="#br0" timeOffset="137">30313 17021 7708,'0'-14'718,"-2"-1"0,-1 1 0,-2 5 1,2 9-1,3 14 0,3 11 0,2 11 1,-2 5-1,0 7 0,1 3 1,0 5 4102,0 5-5306,-3-2 0,-1 0 1,0-6-1,0 0 1,0 0-1,0-2 1,0-3-1,0-7 0,0-7 1,0-9-1,0-5 485,0-4 0,7-15 0,1-2 0</inkml:trace>
  <inkml:trace contextRef="#ctx0" brushRef="#br0" timeOffset="138">30414 17554 7708,'6'-15'547,"4"2"0,4 4 0,4 4 0,2 2 0,4 0 0,5-2 0,3 2-549,0 1 1,3-3-1,-1 0 1,-2 1-1,-2-1 1,-3 0 0,-3 0 1,-5-1 0,-3-2 0,-1-6 0</inkml:trace>
  <inkml:trace contextRef="#ctx0" brushRef="#br0" timeOffset="139">30615 16762 8815,'-14'0'483,"-1"3"1,1 7 0,1 12 0,3 14-1,6 13 1,2 12 0,2 11 0,2 8 0,-1-39-1,1 1 1,0-1 0,1-1 0,0 37-432,-2-3 0,4-9 0,0-2 0,-2-7 1,-1-7-1,-2-7 0,1-7 0,3-6 1,0-5-1,1-4 0,2-4 0,2-4-52,4-8 0,8-8 0,1-4 0</inkml:trace>
  <inkml:trace contextRef="#ctx0" brushRef="#br0" timeOffset="140">30888 17424 7708,'-16'-8'610,"-3"3"1,3 4 0,-3 1 0,3 0 0,3 1 0,4 4 0,4 5-1,3 4 1,2 4 0,0 1 0,2 0-59,3 2 0,4 0 0,9 3 0,3-4 0,-1 0 1,1 0-1,-2 1 0,1 2 0,-3-3 0,-2 1 1,-6-3-1,-3-1-446,-2 2 1,-3-1 0,-2 4 0,-4-1 0,-5-2-1,-2 2 1,-4 2 0,-2-1-107,-1-3 0,-13 4 0,1-1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03:52:00.597"/>
    </inkml:context>
    <inkml:brush xml:id="br0">
      <inkml:brushProperty name="height" value="0.053" units="cm"/>
      <inkml:brushProperty name="color" value="#FF0000"/>
    </inkml:brush>
  </inkml:definitions>
  <inkml:trace contextRef="#ctx0" brushRef="#br0">16487 3611 7701,'0'-14'115,"0"0"0,0 4 289,0 0 1,0 4-1,0 3 1,2 11-1,1 11 1,3 7-1,1 7 1,1 6-1,-2 7-406,0 4 0,6 1 0,-4 3 0,1-1 0,-1 1 0,-1 0 0,-3 2 0,1-1 0,0-1 0,-2-6 0,-3-5 0,-3-6 0,-3-3 0,-2-7 0,-2-6 0,0-7-443,1-4 0,-1-4 0,-3-8 0,2-2 0,3-8 1,0-7-1,2-8 0,-2-7 0,2-4 0,-1-5 0,2-3 1,1-1 851,-1 2 1,-5 2 0,4-2 0,-1-1 0,1-2 0,3 2 0,1 1-1,2 2 1,0 0 0,2 1 0,3 4 0,4 6-316,4 6 1,3 1-1,2 5 1,2 4-1,1 5 1,0 5 0,-2 1-1,0 0 1,2 4-1,1 2 1,4 7 0,0 3-310,-2 5 1,1 4 0,-4-3-1,0 4 1,-1 0 0,-4 1-1,-4-1 1,-8 1 0,-2-1 0,-4 0-1,-2-3 1,-8-3 362,-5 0 0,-1-6 0,-6-1 0,-1-1 0,-1-4 1,1-1-1,2-2 0,1 0 0,1-2 0,2-3 0,4-4 1,6-4-1559,2-2 0,3 1 0,5-2 1412,4-3 0,3-3 0,6-7 0</inkml:trace>
  <inkml:trace contextRef="#ctx0" brushRef="#br0" timeOffset="1">17091 3856 7701,'-4'-10'522,"-1"1"1,0-2 0,0-2 0,0-2-1,1 1 1,-1-2 0,0-3 0,2-5-1,1-3 1,2 0-470,0 3 1,2-2 0,1 7 0,3 1 0,2 2-1,4 3 1,0 4 0,4 4 0,2 4 0,1 1-1,0 1 1,2 2-605,3 2 1,5 6 0,3-3 0,1 0 0,1-1 0,0-3-1,-1 1 1,-1-2 0,-2-1 0,-2-4 0,-4-2 665,-5-6 0,-5-3 0,-6-1 0,-6 0 0,-9 1 0,-4 3 0,-5 4 0,-1 1 0,-3 0 0,0 4 0,-1 5 0,0 9 235,3 5 1,2 6-1,2-4 1,1 3 0,4 2-1,4 1 1,3 0 0,2-2-1,0 0 1,2 0 0,4-2-1,7-1-1115,5-4 1,12-6 0,0-3-1,6-1 1,4-6 764,1-4 0,9-11 0,1-9 0</inkml:trace>
  <inkml:trace contextRef="#ctx0" brushRef="#br0" timeOffset="2">18027 2834 6578,'-15'0'471,"-4"0"1,1 2-1,6 4 1,5 9-1,6 9 1,1 9-1,0 11 1,3 8 0,5 9-1,8 5 66,5-1 1,1 9 0,3-7 0,-1-5 0,2-6-1,0-8 1,-1-5 0,-1-4 0,0-7 0,-1-7 0,-4-6-1,-3-4-940,-2-6 1,-4-2-1,-4-10 1,-4-5-1,-9-7 1,-6-2-1,-6-3 1,-5 0 0,-3-1-1,-2 2 486,1 6 1,-6 0-1,0 7 1,2-1-1,2 3 1,1 5-1,1 7 1,0 6-1,6 4 1,6 4-1,6 4 1,4 4-570,3 1 1,3-1-1,5-1 1,6-2 0,6-1-1,7-4 1,5-3 0,5-6-1,4-7 486,4-4 0,1-2 0,0 0 0</inkml:trace>
  <inkml:trace contextRef="#ctx0" brushRef="#br0" timeOffset="3">18314 3626 7896,'-1'-13'685,"-3"5"1,0 8-1,0 8 1,3 6-1,1 4 1,1 3-682,4 1 0,2 1 0,4 2 0,-2-2 0,3-3 0,0-1 0,4 1 0,2-1 0,3-3-4,1-5 0,2 2 0,5-5 0</inkml:trace>
  <inkml:trace contextRef="#ctx0" brushRef="#br0" timeOffset="4">18717 3568 8027,'0'-14'424,"2"1"1,2 4 0,4 5 0,0 8 60,-3 5 0,-5 5 1,-3 4-1,-3 1 0,-2 0 1,-2 1-1,0-1 1,2 0-1,1 0 0,0 0 1,1 1-1,3-1-650,1 0 0,2 0 0,0-5 0,0 1 0,2-2 1,2-2-1,8-3 0,3-2 0,6-1 0,2 0 1,2-2 164,2-5 0,2-4 0,0-8 0</inkml:trace>
  <inkml:trace contextRef="#ctx0" brushRef="#br0" timeOffset="5">18933 3554 7896,'9'-10'464,"1"2"1,1 0-1,2 2 1,3 0 0,3 2-1,5 1 1,3 0 0,4-2-1,2 2-274,6 1 0,-3-2 0,1-1 0,0 0 0,0 0 1,1-1-1,-3-2-190,-6-3 0,0-2 0,-7-2 0</inkml:trace>
  <inkml:trace contextRef="#ctx0" brushRef="#br0" timeOffset="6">19264 2806 7896,'-16'0'0,"0"1"674,1 4 0,-2 5 0,9 9 1,0 8-1,3 10 0,3 12 0,2 11 1,4 7-1,4 5 0,6 3 0,2 0 1,0-3-389,-2-3 0,1-5 0,1-2 1,1-9-1,3-7 0,-1-4 1,1-2-287,4-2 0,4-6 0,0 3 0</inkml:trace>
  <inkml:trace contextRef="#ctx0" brushRef="#br0" timeOffset="7">20746 3813 7816,'0'-15'605,"0"1"1,0 0 0,0-1 0,0 1-1,-2-2 1,-3-3 0,-4-5 0,-4-3 0,-3-2-1,-2-2 1,-3-4 0,1-6 0,-1-7-1,5-5 1,5-6 0,6-8 2942,3-8 0,10-5-3850,-2 36 0,3 1 0,18-30 0,13 6 0,5 7 0,4 9 0,2 8 0,4 10 1,1 7-1,0 8 0,-2 7 0,-3 6 0,0 5 0,-1 7 0,-1 7 0,-4 9 1,-5 5-1,-8 6 0,-8 6 302,-10 6 0,-6 5 0,-8 7 0</inkml:trace>
  <inkml:trace contextRef="#ctx0" brushRef="#br0" timeOffset="8">20674 3439 7816,'-29'6'620,"0"-3"0,4 7 1,5 1-1,12 2 1,10 1-1,9-1 0,7-2 1,6-3-556,3-1 0,8 2 0,3-2 0,4-1 0,1 0 0,2-2 0,1-3-65,2-1 0,7 7 0,-4 1 0</inkml:trace>
  <inkml:trace contextRef="#ctx0" brushRef="#br0" timeOffset="9">21220 2978 7867,'-9'-12'846,"1"4"1,1 9-1,4 14 1,2 13-1,2 14 1,2 9 0,4 7-422,1 4 1,-3 4-1,3 5 1,0 1-1,0-1 1,1-4-1,1-6 1,-1-7-1,3-6 1,2-5 0,4-5-1,2-6-6153,3-6 5728,-6-5 0,10-13 0,-4-2 0</inkml:trace>
  <inkml:trace contextRef="#ctx0" brushRef="#br0" timeOffset="10">21623 3611 7867,'0'15'225,"0"-6"1,0 1-1,2 1 1,1 2-1,3 1 1,1 1 0,1-1-1,0 1 1,1-1-1,1 0-319,0 1 1,4-6 93,5 1 0,7-7 0,-4 3 0</inkml:trace>
  <inkml:trace contextRef="#ctx0" brushRef="#br0" timeOffset="11">22127 3525 7867,'-15'-1'616,"1"-4"0,4 3 1,1-3-1,-2 4 0,-2 1 1,-2 0-1,1 0 1,0 0-1,-2 1 0,-2 4 1,-3 5-1,1 3-301,-1 1 1,2 0-1,6 1 1,2-1-1,3 0 1,1 1 0,4-1-1,1 1 1,2-1-1,2-1-478,3-4 0,3-2 0,6-7 0,1 0 0,1 0 0,1 0 0,2 0 0,-1 0 0,-2 0 0,-2 0 0,1 1 0,-1 4 26,0 5 1,6 3 0,-1 1 0,0 2 0,0 3 0,2 7-1,0 6 1,1 6 0,-1 4 0,0 1 0,-4 2 0,-2 2 378,-6 6 1,2-3-1,-6-2 1,-3-5 0,-7-3-1,-9-3 1,-7-2 0,-5-5-1,1-4 1,-4-7 0,2-5-1,-2-2-684,3-3 1,2-7 0,0-2 0,5-8 0,5-7 0,4-5 0,5-9-1,4-8 1,2-6 441,4-5 0,3-10 0,7-7 0</inkml:trace>
  <inkml:trace contextRef="#ctx0" brushRef="#br0" timeOffset="12">22328 2777 8024,'0'-22'0,"0"2"528,0 4 0,2 8 0,1 5 0,2 10 0,0 12 0,1 16 0,4 14 0,2 14 0,3 9 0,-2 6 0,-8-36 0,1-1 22,-1 1 1,-1-1 0,-1 0 0,-1 0 0,2 0 0,0-1 0,2 37 0,-2-8-1,-1-12 1,0-13 0,2-12-564,-2-8 0,-1-12 0,-2-12 1,1-8-1,4-4 0,5-1 1,2 2-1,3 3 0,-2 0 1,-2 1-1,-2 1 0,3 3-871,0 1 1,3 4 0,-1 2 0,1 4 0,-3 2 0,0-2 883,-3-2 0,1-1 0,4-5 0</inkml:trace>
  <inkml:trace contextRef="#ctx0" brushRef="#br0" timeOffset="13">22688 3352 8474,'14'-6'661,"-4"3"1,-1-5-1,4 0 1,3 1 0,5-1-1,1 2 1,4-2-1,3 2 1,3-1 0,3 3-1,2-1-554,3 0 0,-5 0 0,-2 5 0,-2 0 0,-3-1 0,1-3 0,-2 0 0,-1 0-107,-2 3 0,-6-12 0,2-3 0</inkml:trace>
  <inkml:trace contextRef="#ctx0" brushRef="#br0" timeOffset="14">22990 2460 8289,'-22'0'0,"2"0"470,4 0 0,2 8 0,0 10 1,1 14-1,3 17 0,5 17 1,4 16-1,1-35 0,0 1 0,0 5 1,1 0-1,1 2 0,1 0 1,2-2-1,0 0 0,0-3 1,1-1-174,-1-3 0,0-1 1,-1-4-1,0 0 1,-1 32-1,3-9 1,1-11-1,1-7 1,0-3-298,3 1 0,8 5 0,3 2 0</inkml:trace>
  <inkml:trace contextRef="#ctx0" brushRef="#br0" timeOffset="15">24414 2360 8498,'0'-15'509,"0"1"1,0 4 0,2 12 0,3 17 0,4 18 0,4 16 0,1 14 0,1 13-1,-7-35 1,0 1 0,1 4 0,-1 2-336,2 4 0,0 2 0,2-1 1,0 1-1,-2 0 0,-1 0 0,0-3 1,-1-2-1,0-6 0,-1-2 1,-1-3-1,-1-2 0,3 27 0,0-11 1,-2-16-1,1-11-351,-4-10 1,-3-13-1,-5-11 1,-5-12-1,-4-10 1,-5-5-1,-3-3 1,-2-1-1,0 1 1,-2 3-1,-1 2 207,-2 1 0,0 7 0,1 4 0,-1 7 0,0 8 0,0 6 0,0 8 0,2 7 0,3 7 0,7 6 0,5 4 0,8 2-279,2 3 0,4 1 0,4 1 0,8-4 0,9-6 0,6-5 0,4-4 0,7-4 0,5-6 0,4-7 0,1-4 0,0-2-8,-4 0 1,-1-8 0,-2-5 0,-2-5 0,-2 1 0,-4 1 0,-3 1 0,-2 1 0,-4-1 0,-4 1 0,-6 0 0,-3-1 465,-3 1 1,-2 0 0,3-1 0,-3 1 0,0-1 0,-2 1 0,1 0 0,-3-1 760,3 1 0,-6-1 0,3 3 0,-6 0 0,-4 4-707,-2 2 1,-2 1 0,-6 7 0,-2 1 0,-1 3 0,2 2 0,1 4 0,1 0 0,1 3 0,-1-1 0,1 2-108,0 3 0,6-3 0,3 4 0,3-3 0,2 1 1,0 1-1,4-2 0,5-1 0,10-3 0,7-2 0,4-3 1,4-1-1837,4-4 0,4-1 0,1-4 1,0-3 1679,0-4 0,0-11 0,1-2 0</inkml:trace>
  <inkml:trace contextRef="#ctx0" brushRef="#br0" timeOffset="16">25234 2345 8759,'-14'-22'662,"0"3"0,4 9 1,0 5-1,1 7 1,1 8-1,3 12 0,3 13 1,2 15-1,0 9 1,2 8-1,3 6 1,0-32-1,1 0-437,3 4 1,0 1 0,-1 3 0,0 1 0,1 2 0,1 0 0,-2 1 0,0 0 0,-2-2 0,1 0 0,-2-2 0,1-2 0,-2-4 0,1-1 0,6 33 0,1-10-1,-1-7 1,-2-12 0,4-9-4897,5-7 0,4-6 4671,7 0 0,6-12 0,2 0 0</inkml:trace>
  <inkml:trace contextRef="#ctx0" brushRef="#br0" timeOffset="17">25839 3367 7929,'-20'-7'498,"1"-2"1,-2 2 0,4 3-1,-4 2 1,-1 5 0,-4 5 0,-1 8-1,0 5 1,1 5 0,4 1-1,1 2 1,5-1-46,5 1 0,4 3 1,7-3-1,0-7 0,0-4 1,2-4-1,3-1 1,4-3-1,4-6 0,2-2 1,1-4-1,1-2-724,2-6 1,2-3 0,-3-1 0,1-1 0,0 1 0,0 0 0,0-1 0,-1 2 0,-2 2 0,-2 3 0,1 2-165,-1 3 1,1 1 0,-3 4 0,-2 3 0,-4 4 0,-1 5 0,0 4 0,-2 1 0,0-1 0,1-2-1,2-3-3897,2-4 4332,-5 4 0,10-5 0,-5 6 0</inkml:trace>
  <inkml:trace contextRef="#ctx0" brushRef="#br0" timeOffset="18">25997 3468 7929,'5'-24'701,"1"1"0,0 2 0,1 4 0,-2 2 0,-1 7 0,1 8-165,-2 8 0,4 10 0,-2 3 1,-1 1-1,1 2 0,2 0 0,1 0 1,1 2-1,1-1 0,-1 1 1,3-4-1,0-1-3715,3-3 1,1 1 3178,3-5 0,3 4 0,7-10 0</inkml:trace>
  <inkml:trace contextRef="#ctx0" brushRef="#br0" timeOffset="19">26544 3295 9224,'-15'2'532,"1"2"1,-5 6-1,-1 9 1,1 8-1,-3 10 1,-5 13-1,-7 9 1,-3 9-1,18-31 1,0 0-1,0 2 1,0 0-1,0 0 1,1 1 0,0-1-1,1 0-457,1-1 1,0-1 0,-1 1 0,0-1-1,-12 30 1,9-11 0,7-8 0,8-4-1,3-3 1,2-4-76,0-8 0,20-1 0,4-5 0</inkml:trace>
  <inkml:trace contextRef="#ctx0" brushRef="#br0" timeOffset="20">27061 3309 7893,'-19'-14'0,"-2"0"599,-1-1 0,-3 7 0,-7 3 1,-4 4-1,0 2 0,-3 4 0,3 6 1,4 5-1,6 3 0,7 1 1,4-1-1,6 2 2520,4 1-3074,3-4 0,6 7 0,4-4 1,8 1-1,4 2 0,6 0 1,3 0-1,3 0 0,1 0 1,-2-1-1,-4-1 0,-5 0 1,-1 2-1,-5-1 0,-5-2 1,-6-2-1,-3 0 0,-2-1 1,-2-3-1,-4 0 0,-9-2 1,-7-2-1,-7-2-45,-5 3 0,-9 7 0,-8 3 0</inkml:trace>
  <inkml:trace contextRef="#ctx0" brushRef="#br0" timeOffset="21">16861 9065 7816,'-14'-15'1500,"4"6"0,2 2-1193,2 6 1,6 4 0,5 13 0,-1 1 0,1 3 0,0-3 0,0 1-1,0-1 1,-1 2 0,0-1 0,-3-2 0,-1-2 0,0 1 0,0-1-1,0 1 2708,0-1-2994,0 0 1,0-4-1,0 0 1,0-2-1,0-5-151,0-8 0,0-1 1,0-4-1,0-1 1,0-2-1,0-1-8,0-1 1,0 1 0,0-1 0,0 1 0,0 0 0,0-1 0,0-1 0,0-1 0,0-2 0,0 1 141,0 2 0,0-3 0,0-2 1,0 0-1,0-1 0,0-1 0,-1-1 1,-3 0-1,0-1 0,0-2 0,3-2 1,-1 2 437,-3 0 1,4-1 0,-4 0 0,2 0-1,0 4 1,-2 5 0,2 8 0,1 11-538,2 15 0,0 10 1,0 10-1,0 8 1,0 9-1,0 4 1,2 1-1,1 1 1,2 1-1,-2 2 1,0 1-1,0-1 98,2-2 1,1-2 0,-2-1 0,0-5 0,1-7 0,0-11 0,0-7 0,-2-7 0,0-5 17,2-4 0,-3-5 0,2-10 0,-2-5 0,-2-2 0,0-3 0,0 1 1,0-1-1,-2-1 0,-1-1 0,-2-4 0,1-1-247,-3-4 0,1 4 0,-5-1 1,1 1-1,-1 1 0,-2 0 0,-1 4 1,-1 1-1,-1 1 0,-1 3 0,-3 0 1,1 4-41,-1 2 0,-1 8 1,-5 7-1,4 6 0,1 4 1,3 6-1,2 6 1,4 2-1,0-1 0,4-1 1,2-3-1,3 0-611,1-4 1,9 1 0,4-6-1,5-3 1,5-4 876,1-8 0,8-2 0,7-2 0</inkml:trace>
  <inkml:trace contextRef="#ctx0" brushRef="#br0" timeOffset="22">17048 9338 8031,'2'-8'376,"3"3"1,6 4 0,5 1 0,5-2 0,1-1 0,4-4-1,1 1 1,1-2 0,1 0-399,0-3 1,0-2-1,-2-1 1,-3-2 0,-6-2-1,-7-1 1,-6 0 0,-4-1-1,-2 1 1,-6 2 0,-7 2-1,-9 6 222,-4 4 1,-3 3 0,-2 2 0,-2 2-1,4 4 1,3 7 0,3 6 0,1 4-1,4 2 1,6 2 0,5 2 0,5 0-125,2 0 1,2 0 0,4-2 0,5-2 0,4-2 0,5-4-1,7-5 1,4-4 0,5-4 0,2-3 0,3-3 0,2-6-77,1-8 0,6-7 0,2-8 0</inkml:trace>
  <inkml:trace contextRef="#ctx0" brushRef="#br0" timeOffset="23">17393 9007 10423,'0'-14'0,"2"1"0,3 3 0,4 5 0,6 4 0,4-1 0,5-1 192,3-2 1,7 0 0,1 5 0,0-1 0,0-2 0,-3-2 0,-1 0 0,-4 0 0,-3-1 0,-7-2-193,-5-3 0,-6-8 0,-6-4 0</inkml:trace>
  <inkml:trace contextRef="#ctx0" brushRef="#br0" timeOffset="24">17465 8431 7816,'-16'0'0,"-1"2"269,-2 3 0,-1 4 0,8 11 1,2 7-1,5 11 0,4 15 0,1 13 1,1 9-1,1-35 0,1 1 1,2 1-1,1-1 0,2 1 0,0-1 1,2 0-1,-1-2-142,9 40 0,-4-9 0,-2-9 0,-3-7 0,1-6 0,-1-6 0,1-9 0,1-9 0,2-8 0,1-6 1,1-7-128,-1-6 0,7-12 0,1-7 0</inkml:trace>
  <inkml:trace contextRef="#ctx0" brushRef="#br0" timeOffset="25">17796 9151 7681,'15'0'365,"-1"0"1,-4-5-1,-1 0 1,2 1-1,2-3 1,0-2-1,-3-4 45,-6-2 0,-4 6 0,-6 1 0,-7 1 0,-4 4 0,-3 2 0,1 2 0,0 4 0,2 5 0,1 2 0,1 4 0,1 2-643,-1 1 1,7 5 0,4-5 0,2-1 0,2-1 0,0 1 0,2 1 0,2-1 0,6-2 0,4-3-1,6-2 1,4-3-392,3-2 0,1-1 1,1-5-1,0 0 1,0 0-1,-2-2 1,-1-2-1,-4-4 624,-1 0 0,-2-12 0,-5 4 0</inkml:trace>
  <inkml:trace contextRef="#ctx0" brushRef="#br0" timeOffset="26">18228 9381 7816,'-21'-14'695,"5"-1"0,-1 1 1,4 1-1,5 2 0,1 1 1,4-1-1,2-2-301,1-1 1,0 0-1,0-1 1,0 1-1,1-1 1,2 1 0,4 1-1,1 2 1,3 1-1,2 1 1,1 1 0,1 3-1,-1 5 1,-1 5-2813,-4 5 2105,4 2 0,-7 7 0,6 2 0,-3 0 0,1 1 0,-1-1 0,-1 0 0,0-2 1,0 0-1,4 1 0,-1-3 0,0-2 0,-1-6 0,-1-6 0,1-6 313,-1-6 0,-5-4 0,2-2 0</inkml:trace>
  <inkml:trace contextRef="#ctx0" brushRef="#br0" timeOffset="27">18271 9266 7816,'0'-10'301,"0"1"0,-2-2 0,-1-2 811,-2-2 0,1 6 1,2 1-1,-1 3 1,-2 7-1,2 6-780,1 4 1,2 3 0,0-1 0,0 2-1,2 2 1,1 1 0,2 0 0,0 0 0,-1 1-1,1-1 1,-2 0 0,1 0-388,0-1 0,-2-2 1,4-2-1,-1 0 0,0 1 1,-2-1-1,0-1 262,2-3 1,-3-6-1,3-8 1,-4-8-1,-1-4 1,0-4-1,0-1 1,0-2 0,0 1-1,0-3 1,0-3-1,0 0-156,0-1 1,0-5-1,2 1 1,1 1-1,3 1 1,2 3-1,4-1 1,2 2-1,4 1 1,1 4-1,0 1 1,0 5-1003,0 5 0,2-1 1,-3 8-1,2 0 1,3 4-1,1 5 1,-2 5 950,-3 3 0,4 1 0,-1 0 0</inkml:trace>
  <inkml:trace contextRef="#ctx0" brushRef="#br0" timeOffset="28">18544 9338 7816,'-6'-14'688,"0"-2"1,-6-2 0,4-1-1,2 4 1,3 9 0,1 12-1,2 10 1,0 8 0,2 4-1,1 0-269,2 1 0,0 0 0,-4 0 0,2 1 0,2 0 0,-2 1 0,-1-6 0,0-2 0,1-6 0,2-1-110,-2-1 1,0-9-1,0-6 1,4-11-1,-1-10 1,2-9-1,0-5 1,3-5 0,4-2-1,2-1 1,2 0-1,-1 1-667,-2 4 0,-2 3 0,1 7 0,-1 4 0,0 7 0,1 7 0,-2 12 0,-2 11 0,-3 9 0,-2 5 1,-3 4 12,-1 2 0,3-2 0,0 2 1,-2-2-1,-2-4 0,-1-3 1,0-5-1,0-3 0,2-3 619,3-4 1,-2-10 0,7-14 0,-1-7 0,1-5 0,-1-2-1,3 0 1,0 0 0,3 1 0,-2-1 0,-2 2 0,-2 1-443,2 2 1,-3 11 0,2 2 0,0 8 0,-2 9 0,-4 7 0,-2 6 0,-2 7 0,0 4 0,0 4-505,0-2 0,0-3 0,0-4 0,0-1 0,2 0 0,1-2 0,3-4 1,2-5 671,3-4 0,9-5 0,2 2 0</inkml:trace>
  <inkml:trace contextRef="#ctx0" brushRef="#br0" timeOffset="29">19206 9208 7816,'0'-14'523,"0"0"0,0 4 0,-1 2 1,-3 3-1,0 8 0,0 10 0,3 10 1,1 4-1,0 2-532,0-1 0,0 1 0,0 0 1,0 0-1,0 0 0,0-2 9,0-3 0,6 3 0,2-5 0</inkml:trace>
  <inkml:trace contextRef="#ctx0" brushRef="#br0" timeOffset="30">19422 9122 7816,'0'21'0,"0"1"155,0 1 1,0 4 0,0-3 0,0 3-1,0 2 1,0 0 0,2-2 0,1-3 0,2-3-1,-2-2 1,-2 0 2396,-1-2-2320,0-7 0,2-4 0,1-7 0,2-4 0,-2-6 0,0-5 0,1-5 1,2-1-1,2-4 0,2-1 0,-1-2 0,1 0 0,1 1 0,2 0 0,0 4 1,-2 5-1,-2 3 0,3 4 0,0 2-375,3 5 0,-7 10 1,-4 6-1,-2 7 1,-2 7-1,2 6 1,1 2-1,2-1 1,-2-1-1,0-1 1,2 0-1,4-1 39,4-7 0,2-4 1,1-5-1,1-4 0,4-4 1,0-3-1,1-4 0,-1-3 1,1-4-1,-1-6 0,0-4 1,-4-5 134,-1-3 0,-1-3 0,-2-2 1,-2-3-1,-3-1 0,0 1 0,-2 5 1,1 4-1,-4 7 0,-2 3 407,-1 2 1,-4 12 0,-1 9-1,2 9 1,1 6 0,2 2 0,0 0-1,0 1 1,0 3 0,2-1 0,2-2-1,6-2-825,3-2 1,8-2 0,2-5 0,6-1 0,5-2 386,4-1 0,10-7 0,3 3 0</inkml:trace>
  <inkml:trace contextRef="#ctx0" brushRef="#br0" timeOffset="31">21120 9093 7816,'-10'-19'393,"1"0"0,5 0 0,0 4 1,2 4-1,2 6 0,0 12 0,0 10 1,2 11-1,2 5 0,6 4 0,3 3 1,1 0-1,0-2 14,1-4 1,-1-4 0,1-3 0,-1-1 0,0-4 0,1-1 0,-1-5 0,1-5-1,-1-6 1,2-5 0,2-6 0,1-9-360,-2-7 1,4-10 0,-2-2 0,0 1-1,1-1 1,-1 2 0,-3 3 0,-3 5 0,-4 4-523,2 2 0,-4 20 0,-1 9 0,-1 8 0,0 7 0,-2 1 0,0 2 0,2-2 0,5-2 1,2-2-1,3-2 491,-1-4 0,0-2 0,1-6 0,-1-6 0,-1-6 0,-3-6 0,-4-6 0,-1-2 0,0-4 0,-1-2 0,1-2 0,0-4-17,-2-5 0,5-2 0,0-7 0</inkml:trace>
  <inkml:trace contextRef="#ctx0" brushRef="#br0" timeOffset="32">21868 8029 7816,'-15'-15'460,"6"1"0,1 3 1,1 7-1,4 16 1,3 15-1,5 16 1,6 13-1,5 11 1,3 10-26,-10-35 1,0 2 0,0 6 0,0 1-1,-1 6 1,0 1 0,0 2 0,0 1-1,-2 1 1,-1 0 0,-1-4 0,0 0-1,-2-4 1,-1-1 0,0-4 0,1-2 0,-1-4-1,1-1 1,5 30 0,-1-16 0,2-14-439,0-14 0,0-5 1,3-9-1,-1-1 0,1-5 1,2-10-1,1-9 1,1-8-1,-1-5 0,0-5 1,2-3-448,4 0 0,-4-5 0,3 1 0,-3-1 0,-2 3 0,-1 6 0,-2 4 0,-3 4 0,0 6 0,-2 6 249,1 8 1,-2 8 0,-5 10-1,0 2 1,0 3 0,1 1-1,2-2 1,4-1 0,1-2-1,3-1 1,2-6 0,3-4 265,3-1 1,-3-6-1,5 3 1,-2-8 0,0-5-1,-1-6 1,-2-2 0,-4-4-1,0 0 1,-4-1 0,-2 1-1,-3 0-66,-1 4 1,-4 7-1,-3 4 1,-4 1-1,-4 2 1,-1 4-1,-1 7 1,2 7-1,2 2 1,3 4 0,2 0-1,3 1-5,1 1 1,2-4 0,2 3-1,4-1 1,7-3 0,6-2-1,2-4 1,3-2 0,1-5-1,6-4 1,-1-1 0,1 0-1854,-3 0 1,1-6 0,-2-5 1858,-3-7 0,-3-4 0,-7-7 0</inkml:trace>
  <inkml:trace contextRef="#ctx0" brushRef="#br0" timeOffset="33">22774 9065 7744,'15'-13'288,"-1"3"0,0-3 0,1 5 1,-1-1-1,0-1 0,1 1 1,1-1-1,1 0 0,4-1 1,0 0-1,0 0 0,-2 1-371,2-1 1,-5-2 0,3-1-1,-3 0 83,-2-1 0,7-6 0,1-1 0</inkml:trace>
  <inkml:trace contextRef="#ctx0" brushRef="#br0" timeOffset="34">22803 7885 8221,'-14'6'322,"-1"4"1,6 4 0,1 9 0,1 10-1,4 17 1,1 15 0,3-24 0,0 3 0,1 6-1,1 2 1,1 7 0,1 2 0,2 3 0,-1 2-1,1 0 1,-1 0 0,-1-1 0,0-2 10,-3-1 0,0-2 0,-1-8 0,0-2 0,-1-3 0,0-1 0,0 35 0,0-7 0,0-10 0,0-10 0,0-11 0,2-9 0,1-9 0,3-7-1783,2-7 1,-3-6 0,5-10 0,1-6 0,3-8-1,4-10 1450,1-8 0,0-11 0,-5-3 0</inkml:trace>
  <inkml:trace contextRef="#ctx0" brushRef="#br0" timeOffset="35">23105 8072 7816,'-8'-43'753,"0"7"1,5 8 0,-2 7 0,2 8 0,0 10-1,0 12 1,-2 14-366,2 9 0,1 8 1,2 13-1,2 11 1,1 9-1,0-33 1,0 2-1,1 0 1,0 2-1,1 2 1,1 1-1,1 3 0,-1 0 1,1 4-1,0 1 1,0 1-1,-1 0 1,0-1-1,-1-1-300,1-3 1,-2-2 0,-2-4 0,-1-2 0,4 32 0,-2-7 0,0-12 0,2-13 0,-2-13 0,1-11 0,0-8-316,6-6 0,-2-9 1,3-6-1,4-4 0,2-6 1,2-2-1,1-2 1,-1 0-1,-2-2 0,1 1 1,-1-1-1,1 4-87,-5 1 0,1 4 0,-6 5 0,2 4 0,-1 2 0,1 4 0,0 4 0,-2 4 0,-2 2 1,-3 4 242,-1 0 1,3 3-1,1-1 1,2 0-1,3 1 1,2-2-1,1-4 1,1-4 0,-1-3-1,0-4 305,1-3 1,-1-1 0,1-5-1,-3 1 1,0-1 0,-4-2-1,-2-1 1,-1 1 0,0 2-497,-1 1 0,0 7 1,-8 0-1,0 6 1,0 7-1,3 2 1,1 3-1,0-1 0,0 0 358,0 1 1,5-1 0,1 1 0,2-3 0,3 0 0,2-3 0,1 1 0,2-2 0,2-3 0,1-4 0,0-1 128,2 0 0,-3-6 0,4-4 0,-1-4 0,-4-4 0,1-3 0,-2-1 0,0-4 0,-3 1 0,-1-1 0,0 2 0,-1 0-589,-2 2 1,1-4 0,4 7 0,1 2 0,-1 1-1,2 3 1,2 3 0,3 4 0,1 1 363,4 0 0,7-6 0,4 3 0</inkml:trace>
  <inkml:trace contextRef="#ctx0" brushRef="#br0" timeOffset="36">25249 8935 7816,'-15'-8'463,"-4"-3"1,0 6 0,1 2 0,1 1-1,-2 4 1,-5 3 0,-2 4-303,2 4 1,-2 8-1,7 3 1,2 3 0,2 3-1,6 2 1,4 2 0,7-4-1,6-3 1,8-4 0,6-4-1,7-5 1,4-4-1,2-4 1,1-4 0,-4-5 2408,-2-7-2509,-1-3 0,-5-7 0,-2-3 0,-3-1 1,-6 0-1,-5-3 0,-3-3 0,0-4 0,-4 4 1,-4 3-1,-7 3 0,-2 0 0,-3 1 0,2 4 1,2 5-1,3 6-61,2 8 0,14 13 0,8 9 0</inkml:trace>
  <inkml:trace contextRef="#ctx0" brushRef="#br0" timeOffset="37">25493 9237 7816,'0'-9'730,"0"-1"0,0-1 1,0-4-1,0-2 0,0-4 1,0-1-1,0-5 1,0-4-1,2-4-14,3-2 1,-2-1-1,5-5 1,0 0-1,0 1 1,3 2-1,2 3 1,1 4-1,2 5 1,3 8-1,5 5 1,5 6-3175,5 4 0,7 3 1,9 2-1,1 2 2380,3 3 0,2 9 0,2 8 0</inkml:trace>
  <inkml:trace contextRef="#ctx0" brushRef="#br0" timeOffset="38">26990 8906 7816,'0'-14'669,"0"0"-422,0-1 0,0 18 0,0 9 0,0 5 0,0 5 0,0 1 1,0 2-1,0 1 0,0 0 0,0-4 0,0-1 0,-2-4 0,-1-1 1,-2-1-1,0-2 0,0-2 3466,1-2-3622,-8-5 0,9 2 0,-5-8 1,2-4-1,3-8 0,3-9 1,4-6-1,6-4 0,4-4 1,6-1-1,4-1 0,3 1 1,1 1-1,0 4 0,-3 4 1,-2 6-1,-3 9 0,-2 8 1,-2 6-1,-3 4 0,-2 8 1,-3 5-1,-2 9-1439,-2 6 0,-1-2 1,0 4-1,3-4 1,4-1-1,4-2 1348,4-3 0,14-3 0,-2-7 0</inkml:trace>
  <inkml:trace contextRef="#ctx0" brushRef="#br0" timeOffset="39">27637 8863 7816,'-22'-6'280,"-1"-1"1,6-2 0,-3 4 0,1 3 0,0 4 0,1 3 0,4 6 0,4 5 0,4 5 0,3 0 0,3 1 40,5 0 1,3-3-1,8 4 1,3-2 0,3-5-1,2-4 1,0-4 0,2-1-1,-1-4 1,-1-1 0,-3-4-1,-2-3-200,0-4 1,-4 1 0,-7-4 0,-2-2-1,-3-4 1,-1-1 0,-2 0 0,-2-2 0,-2-1-1,-8-4 1,-4 1 0,-3-1-685,2 2 1,-4 0 0,2-3-1,1 3 1,4 5 0,4 3-1,5 1 1,5 3 0,7 2-1,7 5 735,9 4 1,5 1 0,6 0 0,4 0 0,4-2-1,3-1 1,3-2 0,4 0 0,4 1 0,2-3-1,-1 1 1,1-2-313,-1 0 0,-5-2 0,-4-3 0,-7 2 0,-6 2 0,-8-3 140,-4 0 0,-4-3 0,-5 1 0</inkml:trace>
  <inkml:trace contextRef="#ctx0" brushRef="#br0" timeOffset="40">28011 7755 7816,'-22'10'411,"2"-1"0,6 1 0,4 8 1,6 6-1,2 12 0,2 14 0,2 14 1,2 11-1,1-32 0,0 0 0,1 3 1,1 1-1,0 0 0,0 0 1,0 0-1,1-1 14,-1 1 0,0-1 1,6 29-1,-4-3 0,-4-11 1,-3-9-1,-2-4 1,0-4-1,0-6 0,0-6 1,0-5-1,1-5-425,4-1 0,3 5 0,7-4 0</inkml:trace>
  <inkml:trace contextRef="#ctx0" brushRef="#br0" timeOffset="41">29665 8863 8006,'0'-14'129,"-6"1"0,-4 2 0,-2 3 0,-3 1 0,1 4 0,-2 2 0,-3 1 219,-5 0 0,-2 6 1,1 5-1,1 7 0,0 6 1,0 3-1,3 2 0,3-1 1,7 1-1,2-2 1,2-1-1,1-4 0,3-1 1,3-3-1,4-2 0,6-3 3323,3-4-3607,1-2 1,1-7 0,-1 0 0,0 0 0,2-2 0,2-3 0,3-4 0,-1-4 0,1 0 0,-2 2 0,1 1 0,-1-1 0,-2 0-1,-1 0 1,-1 3 0,-1 0 0,0 1 0,1 1 0,-1 3 0,1 1 0,-1 4 0,0 2-41,1 6 0,-1 1 1,2 0-1,2-1 0,3 1 1,1 0-1,2 1 0,0-4 1,0 0-1,1-2 0,3 0-24,0-2 0,1-3 0,0-1 0</inkml:trace>
  <inkml:trace contextRef="#ctx0" brushRef="#br0" timeOffset="42">21422 10791 7816,'0'-14'0,"0"-1"0,0 1 0,1 0 0,3-1 0,0-1 614,0-3 0,-3-3 1,-1-7-1,0-1 0,0-2 1,2-5-1,1-3 1,2-7-1,-2-2 0,0-5 1,0-4-1,2-3 0,0-3 1,1 0-1,4 0 1,3 5 1150,1 5-2211,1 11 1,5 9-1,6 10 1,4 5 0,5 5-1,1 4 1,0 5-1,1 4 1,3 2 0,0 4-1,-2 5 1,-4 2-1,-5 4 446,-5 4 0,-3 8 0,-7 9 0</inkml:trace>
  <inkml:trace contextRef="#ctx0" brushRef="#br0" timeOffset="43">21206 10518 8923,'-22'0'597,"2"0"0,4 0 1,5 0-1,8-2 1,13-1-1,10-3 1,9-1-1,5-1 1,4 2-561,4-1 0,6-4 1,0 3-1,0-1 1,0 1-1,-2 1-37,-5 4 0,9-11 0,-5-2 0</inkml:trace>
  <inkml:trace contextRef="#ctx0" brushRef="#br0" timeOffset="44">21868 9957 7816,'-15'-21'599,"7"10"0,2-2 1,1 6-1,0 11 1,2 8-1,2 12 1,1 8-1,0 7 1,0 4 24,0 5 0,4 1 0,1 4 1,-2-3-1,-1-2 0,-2 1 1,0 1-1,0-2 0,0-5 1,0-5-1,2-2 0,2-4-624,6-2 0,3-8 0,1-1 0</inkml:trace>
  <inkml:trace contextRef="#ctx0" brushRef="#br0" timeOffset="45">22156 10388 12292,'0'10'375,"0"-1"1,0 3 0,0 0 0,0 3 0,0-1-1,1-1-375,4-3 0,3 2 0,6-4 0</inkml:trace>
  <inkml:trace contextRef="#ctx0" brushRef="#br0" timeOffset="46">22587 10302 7816,'-9'-10'571,"-1"2"1,-1 2 0,-2 1-1,-1 0 1,-1 1 0,-1 0-1,-1 3 1,-3 1 0,3 1-1,1 4-177,2 5 0,-1 3 0,2 1 0,4 0 0,4 1 0,3-1 0,2 1 0,2-1 0,3-1 0,4-4 0,4-4-611,2-3 0,4-2 1,0 0-1,-2 0 1,1 0-1,0 1 1,1 2-1,-2 4 1,-1-1-1,-1 2 1,-1 0-1,1 3 271,-1 2 1,0 2 0,1 1 0,-1 3 0,-1 6-1,-2 6 1,-3 4 0,-2 0 0,-2 2 0,-3-2-1,-2 2 1,-4-2 249,-5 0 1,-9-1-1,-5-7 1,-3-3-1,-2-5 1,-1-3-1,-2-3 1,-2-2 0,4-3-1,4-2 1,7-4-1,3-4-2068,2-2 1,6-12 0,3 0 0,3-5 1763,2-5 0,13-7 0,3-4 0</inkml:trace>
  <inkml:trace contextRef="#ctx0" brushRef="#br0" timeOffset="47">22875 9770 8131,'8'-7'726,"5"6"1,-5-1 0,1 10-1,-1 14 1,-1 14 0,-4 12 0,-2 7-1,-1 8 158,0 4 1,-1 3-1,-4 2 1,-3-3 0,-2-7-1,1-9 1,-1-8-1,2-8 1,2-9 0,1-7-1183,0-5 1,2-14-1,8-7 1,4-8-1,6-4 1,2-4 0,4-2-1,0-2 1,1-1-1,-1 1 1,2 2-1,-3 3-439,1 2 0,-2 8 0,-4 4 0,-1 1 0,0 2 1,-1 5-1,-3 6 0,-5 4 0,-4 3 0,-1-1 0,0 1-886,0-1 0,0 0 1623,0 1 0,7-7 0,1-2 0</inkml:trace>
  <inkml:trace contextRef="#ctx0" brushRef="#br0" timeOffset="48">23177 10302 9777,'6'-10'0,"2"1"0,2-1 0,0 1 0,2-1 0,4 0 0,4 1 0,-1 1 0,1 0 0,3 1 358,-1 1 0,5-4 0,-4 6 0,1 0 0,0 1 0,0 0 0,-2-2 0,-3 2 0,-3 0-358,-1-2 0,-1-3 0,0-6 0</inkml:trace>
  <inkml:trace contextRef="#ctx0" brushRef="#br0" timeOffset="49">23479 9698 7816,'-9'-5'695,"-1"0"1,0 3-1,2 6 1,4 8-1,2 9 1,2 11-1,0 7 1,0 9 123,0 6 0,0 7 0,0 9 0,0-1 0,0-4 1,0-1-1,0-5 0,0-4 0,0-9 0,0-6 0,0-6 1,0-6-9949,0-4 9129,0 4 0,-6-12 0,-2 4 0</inkml:trace>
  <inkml:trace contextRef="#ctx0" brushRef="#br0" timeOffset="50">24544 10115 7816,'0'-14'0,"0"-1"1391,0 1 1,0-1 0,0 4-955,0 6 1,0 18 0,0 16 0,0 1-1,0 1 1,0-3 0,0 1 0,0 0 0,0 0-1,1-2 1,3-3 0,2-5 0,2-3-1,3-1-374,2-1 1,1-6 0,1-3-1,-1-5 1,2-7 0,2-5 0,1-6-1,-2 0 1,-1 4 0,-1 3 0,-1 3-1,1 1-496,-1 4 0,0 2 0,1 1 0,-1 0 0,0 1 0,1 2 0,-1 4 0,1-1 0,-1 1 0,0-4 0,1-2 474,-1-1 0,1 0 0,-1-1 0,0-4 0,1-6 0,-2-5 0,-2-5 0,-3 0 0,-2 0 0,-1 2 0,0 0 0,0 0-41,-2 1 0,5-4 0,0 0 0</inkml:trace>
  <inkml:trace contextRef="#ctx0" brushRef="#br0" timeOffset="51">25249 10086 10161,'-8'2'785,"3"3"1,3 4 0,2 6 0,0 2 0,0 4 0,0 0 0,0 1-1,0-1 1,0 1 0,0-1-1102,0 0 1,0 3 0,0-5 0,0-1 0,0-2-1,0-2 316,0 0 0,7-6 0,1-1 0</inkml:trace>
  <inkml:trace contextRef="#ctx0" brushRef="#br0" timeOffset="52">25565 9453 8251,'0'-19'517,"0"0"1,5 4 0,0 9-1,-2 6 1,-1 13 0,-2 12-1,0 14 1,0 7 0,0 8-1,0 7 274,0 6 0,0 8 0,0 4 0,-2-1 0,-1 2 0,-4-2 0,-1-3 1,-1-9-1,1-12 0,1-9 0,3-8 0,-1-8-2095,2-9 1,3-12 0,3-8 0,5-9 0,3-9 1303,5-6 0,14-9 0,1-4 0</inkml:trace>
  <inkml:trace contextRef="#ctx0" brushRef="#br0" timeOffset="53">25839 9367 7816,'0'-23'426,"0"-2"1,0 6 0,-2 4-1,-1 12 1,-2 16 0,2 16 0,1 11-1,2 11 393,0 8 0,0 11 0,0 7 0,0 0 0,0 1 1,0 2-1,-1 1 0,-3-2 0,-2-6 0,-2-9 0,-2-8 1,2-9-26,4-7 0,2-12 0,2-8 1,2-6-1,2-4-794,6-6 0,3-2 0,1-2 0</inkml:trace>
  <inkml:trace contextRef="#ctx0" brushRef="#br0" timeOffset="54">26759 9568 7816,'10'-41'543,"0"2"1,-7-1 0,3 7-1,-1 2 1,0 6 0,-2 9 0,-3 9-1,-3 14 1,-2 10 0,2 14-1,1 10 1,2 10 0,0 5 4885,0 2-5520,0 6 1,0-5-1,2 3 1,1-2-1,3-3 1,2-1-1,2-3 1,-1-7-1,-1-4 1,0-5-1,-1-4 1,1-7-1,-2-12 1,1-12-1,-4-10 1,-3-5-252,-5-2 1,2 7-1,-8 4 1,-4 2 0,-2 2-1,-3 0 1,1 2 0,-1 1-1,-1 3 1,0 1 0,3-1-1,2-1 26,2 1 1,1-3-1,5 5 1,8-3-1,10-5 1,7-5-1,7-3 213,4-3 0,0 3 0,1-1 0,-2-3 0,0 1 0,-1 0 0,1 3 0,-1 0 0,1 2 0,0-2 0,2 1 0,0-1 182,-1 0 1,1 4 0,0-4 0,-2 0 0,0 0 0,-1-2 0,1 0 0,-3 1 0,-2-1 0,-6 1 0,-3-1 211,-3-1 0,-9 0 0,-2 1 1,-12 5-1,-9 4 0,-6 2 1,0 4-1,-1 5 0,0 4 0,0 4 1,1 2-1,0 3-43,4 2 1,4 1 0,7 0 0,2-4 0,3 0 0,1-1-1,4 1 1,3-1 0,7 0 0,7-5 0,10-3 0,8-5-6637,6-2 6388,4-1 0,7-5 0,2 0 0</inkml:trace>
  <inkml:trace contextRef="#ctx0" brushRef="#br0" timeOffset="55">28428 9381 7816,'5'-14'399,"0"-1"0,-2 1 1,0 1-1,0 2 32,2 1 0,0 14 0,-5 2 0,0 12 0,0 10 0,0 12 0,-2 10 0,-1 7 0,-2 4 0,2 3 0,2 3 0,1 4 0,0-1 0,0-3 1,0-5-1,0-4 2630,0-5-3130,0-4 1,4-9 0,1-6 0,-2-13 0,-1-13 0,-4-13 0,-1-6 0,-3-5 0,-2-2 0,-2-3 0,1 0 0,-1-1 0,0 1 0,1 1 0,-1 0 0,1 1 0,-1 0-695,0 1 0,6 4 1,-6 4-1,-1 7 1,0 6 895,1 7 0,2-2 0,3 2 0,-4-1 1,-2 1-1,-1-2 0,4 0 0,0 0 0,0 1-65,-3-1 0,-2 5 0,-1-3 0,0 3 1,1 1-1,2 0 0,1 1 0,0-1 1,2 0-1,4 1 0,2-1 240,2 1 1,0-1-1,2 0 1,1 1 0,3-2-1,2-2 1,3-3 0,2 0-1,3-2 1,2 1 0,1-3-1,0 1-381,2 0 1,-3 0 0,4-5 0,-1 0 0,-4 0-1,-1-2 1,-1-1 0,-1-2 0,0 0 0,1 1-9302,-1-1 9374,1 0 0,-7-1 0,-2-2 0</inkml:trace>
  <inkml:trace contextRef="#ctx0" brushRef="#br0" timeOffset="56">28543 10201 7901,'10'-5'1380,"-1"1"1,3-1-1,0-2-1172,3-2 1,1 1 0,1-2-1,3 1 1,-3-1 0,-2 1-1,-4-3 1,-2 0 0,1-3-1,-2 1 1,-3-1 0,-5 1 0,-5 1-1,-5 4 1,-4 4-280,-5 3 0,1 10 1,-4 5-1,1 6 1,3 4-1,2 4 1,4 3-1,0 4 0,4-2 1,2-2-1,5-1 1,4-2-185,6-3 0,9 2 0,4-9 0,4-2 0,4-6 1,1-3-1,1-4 0,0-5 0,1-7 0,-1-4 1,-2-5 254,-1-5 0,0-10 0,0-3 0</inkml:trace>
  <inkml:trace contextRef="#ctx0" brushRef="#br0" timeOffset="57">29047 9568 7816,'0'-37'0,"0"4"851,0 2 0,-2 19 0,-1 12 1,-2 17-1,0 15 0,1 10 0,-1 6 1,2 5-1,1 4-688,2 4 0,0 1 0,0-4 0,0-1 1,0 1-1,0-1 0,0-1 0,0-5 1,2-7-1,2-11 0,6-7 0,4-7-2634,6-3 0,2-8 1,8-5 2470,4-6 0,3-11 0,6-9 0</inkml:trace>
  <inkml:trace contextRef="#ctx0" brushRef="#br0" timeOffset="58">29464 10029 8128,'-24'-8'424,"0"3"0,5 3 1,-5 2-1,-3 0 1,-4 2-1,-2 4 1,1 7-1,1 6 0,3 2 1,-1 1-1,3-1 1,6 0 188,5-4 0,10 4 0,1-2 0,4-1 0,4-4 0,6-4 0,3-5 0,1-4 0,1-2-842,-1-4 0,2 3 0,2-4 0,1 1 0,-2 0 0,-1 2 0,-1 2 0,-1 1 0,0 0 0,1 0 0,-1 1 0,1 2-857,-1 2 0,0 6 1,1-1-1,-1 3 1,1 0-1,-1-4 1,0-4 1085,1-3 0,-1-2 0,0 0 0</inkml:trace>
  <inkml:trace contextRef="#ctx0" brushRef="#br0" timeOffset="59">29507 10072 7816,'7'-8'679,"-4"1"0,5 9 0,0 3 0,-2 4 1,2 4-1,0 2 0,3-1 0,1 0-697,-3 1 1,4 2 0,-3-1 0,2-3 0,3 0 0,-1-2 0,0-1 0,1-6 17,-1-2 0,7-2 0,1 0 0</inkml:trace>
  <inkml:trace contextRef="#ctx0" brushRef="#br0" timeOffset="60">29881 10000 7816,'0'-15'515,"0"1"0,-6 6 0,-4 5 0,-2 8 1,-4 11-1,-4 11 0,-4 11 0,-3 9 1,-3 5-1,-4 6 0,-4 6 0,17-29 0,-1 2-95,-2 2 0,0 2 0,1-2 1,1 0-1,-2 0 0,0-1 1,2-2-1,1 0 0,-17 29 1,4-6-1,5-9 0,7-8 1,6-12-6777,5-6 6356,20-11 0,7-20 0,21-9 0</inkml:trace>
  <inkml:trace contextRef="#ctx0" brushRef="#br0" timeOffset="61">29838 10101 7816,'10'-15'383,"-1"1"0,-2-1 0,5 3 0,4 0 1,2 4-1,1 2 0,2 1 0,1 0 0,4 1 1,3 0-1,3 3 0,1 1-3,-1 0 1,-1-5 0,-4-1 0,-2-2 0,-2-4 0,-4 0-1,-6-3 1,-7 1 0,-4-1 0,-5 3 0,-5 1-313,-7 1 1,-9 7-1,-1-2 1,-6 5-1,-2 5 1,1 4-1,1 6 1,3 4-1,0 5 1,3 3-1,4 2 1,3 0 170,6-1 1,5 1 0,-1 0-1,2 0 1,4-2 0,5-3 0,7-5-1,4-3 1,4-2 0,3-1 0,3-3-1,5-5-1030,3-4 1,3-7 0,-3-4 0,3-3 0,0-1 0,0-2 0,-3-2 0,0-2-1,-2-1 1,1-1 0,-6-1 0,-1-4 790,-1-5 0,1-5 0,5-6 0</inkml:trace>
  <inkml:trace contextRef="#ctx0" brushRef="#br0" timeOffset="62">30629 9453 8524,'10'-64'0,"0"7"650,1 7 1,-3 20 0,0 12 0,-2 16 0,-4 17 0,-4 12 0,-3 10 0,1 6 0,-1 5 0,0 5-6,2 3 1,1 6 0,2 0 0,0-1 0,0-2 0,0-3 0,0-1 0,2-4-1,1-2 1,3-4 0,1-5 0,1-8-742,0-6 1,-3-7 0,4-10 0,1-6-1,-1-6 1,-1-6 0,-1-6 0,-4-2-1,-2-2 1,-2-1 0,-4 1-378,-4 0 0,-9 0 1,-3 4-1,0 1 1,-1 1-1,0 4 0,-4 4 1,0 3-1,1 4 1,1 3-1,-2 6 0,1 6 954,1 7 0,1 4 0,7 0 0,0 1 0,5 0 0,3 0 0,5-1 1,3 0-1,5-4 0,4-7 0,4-4 0,3-5-81,3-2 1,4-1 0,7-6 0,2-3 0,3-2 0,0-2 0,1-2 0,-4 1 0,0 1 0,-2 1-1,-1 4 1,-7 2-9540,-4 1 9139,-4 0 0,0 6 0,1 2 0</inkml:trace>
  <inkml:trace contextRef="#ctx0" brushRef="#br0" timeOffset="63">13912 12561 7816,'-24'0'337,"0"0"1,5 0-1,-5 0 1,0 0 481,1 0 0,-2 0 0,6 0 0,1 0 0,5 0 1,10 0-1,13 0 0,12 0 0,10 0 0,6 0 0,6 0 1,3 0-296,6 0 1,-2 0 0,2 0 0,0-2 0,0-1 0,-1-2-1,3 1 1,1-1 0,1-2 0,-1 1 0,-3-2 0,-3 2-2983,-1-1 0,-11-2 1,-1 4-1,-10 0 2155,-7-1 0,-24-2 0,-5-7 0</inkml:trace>
  <inkml:trace contextRef="#ctx0" brushRef="#br0" timeOffset="64">14128 11957 9064,'-23'-32'938,"4"3"1,-2 10 0,2-1 0,3 5-1,3 2 1,7 6 0,3 12 0,6 14-470,3 12 1,4 9-1,3 12 1,-2 12 0,-1 11-1,-6-33 1,1 1 0,-1 3-1,0 1 1,-1 2-1,-1 1 1,-1 4 0,0 1-1,-1 3 1,0 0 0,0 3-1,0 0 1,0-2 0,0 0-1446,-1-3 1,2-1 0,1-9 0,0-1 0,3 35-1,-2-10 1,0-11 0,1-9 0,0-14 975,0-8 0,-3-8 0,-1-5 0</inkml:trace>
  <inkml:trace contextRef="#ctx0" brushRef="#br0" timeOffset="65">14315 12000 7816,'-23'-32'0,"4"3"1092,3 7 0,8 4 0,3 7 0,5 8 1,4 12-1,2 14 0,0 12 0,2 11 1,-1 12-660,-1 6 0,4 4 0,-4 9 0,-2-36 0,0 1 0,1 3 0,0 0 0,0 2 0,-1 0 0,0 1 0,0 0 1,0-1-1,0 0 0,0 0 0,0-1 0,1-1 0,1 0 0,1-3 0,1 0 0,9 35-2772,3-10 0,-6-14 1,-4-10-1,1-8 2339,2-4 0,-5-9 0,-2-1 0</inkml:trace>
  <inkml:trace contextRef="#ctx0" brushRef="#br0" timeOffset="66">13682 13079 7626,'-15'0'879,"1"0"1,4 0-1,10 0 1,18 0-1,14-2 1,14-1-1,7-2 1,6 1 0,2-1-348,3 0 1,3-6 0,8 3 0,2-2 0,-2 1 0,-2-1 0,-2 0-533,-4 1 0,-3-1 0,-7-4 0</inkml:trace>
  <inkml:trace contextRef="#ctx0" brushRef="#br0" timeOffset="67">16156 12748 7634,'-14'-6'307,"-1"-2"1,1 0 0,0 1 0,-1 2-1,1 1 1,-2 2 0,-2 4 0,-2 6 0,-1 3-1,-2 5-76,1 0 1,4 6 0,1 2 0,4 3-1,5 2 1,2 1 0,2 2 0,3 2-1,2-2 1,6-2 0,6-1 0,6-2-1,3-3 1,2-5 0,0-4 0,0-6-130,2-4 0,-4-3 0,2-5 0,0-7 0,-2-8 0,-2-6 0,-4-3 0,-4-5 0,-2-1 0,-5-4 0,-4 2 0,-1-2-5,0 0 0,-6 5 1,-4-1-1,-4 2 0,-4 4 0,-1 5 1,0 6-1,0 6 0,1 5 1,6 7-98,5 6 0,6 5 0,1 1 0</inkml:trace>
  <inkml:trace contextRef="#ctx0" brushRef="#br0" timeOffset="68">16545 12921 11789,'0'-20'983,"-2"0"0,-1-4 0,-4-7 0,-1-7 0,-3-10 0,-1-10 0,-4-9 0,-2-6 0,0-4 0,4 2-767,3 1 0,8 9 0,-2 1 0,3 3 1,4 5-1,4 10 0,7 9 0,6 7 0,4 1 1,2 2-1,4 4 0,3 9-2349,1 7 1,-1 6-1,-6 2 1,-4 6 2132,-1 7 0,-8 7 0,-7 8 0</inkml:trace>
  <inkml:trace contextRef="#ctx0" brushRef="#br0" timeOffset="69">16386 12475 14105,'15'0'224,"10"0"0,6-2 0,4-1 0,6-4 0,6 1 0,6-2 0,4 2-224,5-1 0,4-4 0,6 3 0</inkml:trace>
  <inkml:trace contextRef="#ctx0" brushRef="#br0" timeOffset="70">18372 12503 7636,'-15'-9'190,"1"-1"0,0-1 0,-1 0 0,1 1 0,-1 4 0,1 1 0,0 0 0,-1 2 0,-1 3 0,-1 5 173,-2 4 0,-5 4 0,3 3 0,0 3 0,0 5 1,4 4-1,1 2 0,3 3 0,2 6 0,3 1 0,1 0 1,4-2-1,2 1 0,2-3 0,4-1 0,4-3-1198,4-3 0,6-3 0,2-13 0,2-4 1,4-4-1,3-3 0,4-4 835,-2-3 0,-2-9 0,-1-9 0</inkml:trace>
  <inkml:trace contextRef="#ctx0" brushRef="#br0" timeOffset="71">18602 12575 8446,'-29'0'0,"0"2"340,1 3 0,-1 3 0,2 8 0,3 3 0,5 3 1,4 2-1,4 0 0,3 2 0,2 1 0,4 0 0,5-3 1,7-3-253,3 0 1,3-10-1,3 2 1,5-5-1,3-5 1,2-2-1,-1-2 1,1-4-1,-2-5 1,-1-2-1,-5-4 1,-4-3 254,-4-5 0,-3 1 0,-1-1 0,-4-1 0,-3-3 0,-2 1 0,0 2 0,-2 1 0,-3 0 0,-4 0 0,-4 1 0,0 3-3201,4 2 0,-3 7 2858,8 1 0,-1 7 0,5-3 0</inkml:trace>
  <inkml:trace contextRef="#ctx0" brushRef="#br0" timeOffset="72">18918 12719 7636,'0'10'870,"0"-1"1,-1 1 0,-4-4 0,-3-6 0,-1-9-185,-1-9 0,7-4 1,-2-7-1,3-1 1,2-4-1,0-4 1,0-4-1,0 1 1,0 1-1,2 3 1,1 3-1,4 5-1912,1 4 1,1 4-1,7 0 1,3 9-1,4 4 1,1 4-1,0 6 1226,1 8 0,2 6 0,2 12 0</inkml:trace>
  <inkml:trace contextRef="#ctx0" brushRef="#br0" timeOffset="73">19336 12676 7636,'-15'0'529,"1"0"1,0 0-1,-1-2 1,1-2 0,1-6-1,2-3 1,3-3 131,1-3 0,1 3 0,3-5 0,-2 2 0,2-2 0,1 1 0,2-1 0,0 2 0,0-1 0,2 3 0,3 2 0,4 4-861,4 0 0,6 5 0,2-1 0,0 2 0,1 1 0,-1 0 0,1 3 0,-1 1 0,1 1 0,-1 3 0,0 2 0,-3 0-172,-2 1 0,0-2 1,1-5-1,2 0 0,-1 0 1,-2 0-1,-3-2 1,-4-3 739,-4-4 0,-11-3 0,-7 3 0,-5 4 1,1 3-1,1 6 0,1 4 0,1 6 0,0 4 1,1 2-1,2 3-896,1-1 0,7 5 0,-2-4 0,3 1 1,2-2-1,2-1 0,4-4 0,7-2 1,6-6-1,5-4 0,7-3 0,4-4 528,2-3 0,11-15 0,-4-11 0</inkml:trace>
  <inkml:trace contextRef="#ctx0" brushRef="#br0" timeOffset="74">20012 12302 7636,'-14'0'526,"-1"0"1,1 0 0,-1 0 0,-1 0 0,-1 2 0,-4 2 0,0 8 0,0 3 0,4 6 0,1 2-407,1 2 1,7 2-1,4 2 1,2 0-1,4-2 1,4-1-1,7-4 1,4-1 0,3-4-1,0-2 1,3-6-1,1-4-2438,0-3 0,-7-2 0,4 0 2318,0 0 0,-5-7 0,5-1 0</inkml:trace>
  <inkml:trace contextRef="#ctx0" brushRef="#br0" timeOffset="75">20055 12417 7636,'0'-10'276,"2"2"1,1 0 0,3 2 0,2-2 0,5 2 0,3-1 0,5 2-1,1 1 1,4-1 6,1 2 1,3-4-1,2 2 1,3 1 0,1-3-1,0-1 1,0-1 0,-3-1-1,-4-1-283,-4-2 0,-7-1 0,3-1 0</inkml:trace>
  <inkml:trace contextRef="#ctx0" brushRef="#br0" timeOffset="76">20271 11741 7636,'-24'0'903,"2"0"1,1 1 0,3 6 0,2 7-1,2 10 1,1 10 0,3 10 0,7 12 0,5 10-1,4 6-577,2 5 1,7-5 0,4 1 0,-3-6 0,-3-4-1,-4-6 1,2-4 0,0-5-327,-1-7 0,-4 3 0,-6-8 0</inkml:trace>
  <inkml:trace contextRef="#ctx0" brushRef="#br0" timeOffset="77">21465 12273 8454,'14'7'538,"-4"4"0,-2 11 1,0 10-1,-2 8 1,2 11-1,-1 10 1,-1 9-428,-3 5 1,-1 2 0,-2-6 0,0-3 0,-2-4 0,-2-5 0,-6-9-1,-3-9 1,-3-7 0,-1-4 0,-3-4 0,1-7 0,0-9 0,0-7-1,3-5 1,3-4-92,3-8 0,7-14 0,-2-12 0,4-6 0,1-8 0,1-7 0,4-8 0,5-4 1,3-6-1,1 1 0,0 0 0,2 1 5,4-1 0,2 10 0,7 5 0,0 13 0,-2 16 0,-2 12 0,-1 8 0,0 6 0,-1 8 0,-4 9 0,-5 9 0,-3 6-35,-1 3 0,-7 2 1,2 1-1,-5 2 1,-5 3-1,-4 0 1,-6 1-1,-2-4 1,-4-2-1,0-3 1,-1-3-1,-1-3-801,-2 0 0,4-12 0,2 1 0,3-7 0,3-5 0,3-4 0,6-8 811,2-9 0,2-4 0,0-2 0</inkml:trace>
  <inkml:trace contextRef="#ctx0" brushRef="#br0" timeOffset="78">21911 12518 7657,'-14'0'453,"-1"0"0,1 0 0,-1 0 0,1 0 0,1-2 0,2-3 0,3-4 0,2-4 0,2-1 132,3-1 0,2-4 0,4-2 0,5 0 0,3 1 0,1 2 0,0 2 0,1 2 0,1-1 0,1 3 0,4 0 0,0 4-978,0 2 1,3 0 0,-4 2 0,1 0-1,2 0 1,-3 1 0,1 0 0,-2-3 0,1-1-1,-1-1 1,-2 0 485,-1-3 1,-8 3 0,-4 0 0,-8 2 0,-5 4 0,-4 5 0,0 8 0,2 7 133,1 6 0,2-2 1,-1 2-1,4 2 1,3-1-1,2 1 1,0-4-1,2 1 1,3-2-1,4-1 0,4-2 1,3-4-1261,3-4 1,5-4 0,8-6 0,3 0-1,1-1 1033,-1-4 0,5-9 0,-3-9 0</inkml:trace>
  <inkml:trace contextRef="#ctx0" brushRef="#br0" timeOffset="79">22659 11640 7634,'-6'-19'712,"-4"1"0,-1 4 0,1 3 0,6 0 1,2 1-1,4 7 0,1 12 107,2 12 0,4 14 0,-4 7 0,0 6 0,-1 3 1,1 3-1,-2 2 0,-1 0 0,-2-1 0,0-4 0,0-2 1,0-2-1175,0-3 0,0-7 1,0-5-1,0-6 1,0-7-1,-2-5 1,-2-4-1,-6-7 1,-3-4-1,-1-6 101,0-1 0,-1 5 0,1-2 0,-1 4 0,1 1 0,0 1 0,1 4 1,3 5-1,5 2 0,4 3 0,1 1 0,0 1-59,0 2 0,6 5 1,4-4-1,3-4 1,3-4-1,1-2 1,4 0-1,1-2 1,2-4-1,0-2 313,0-2 0,0-6 0,5-2 0</inkml:trace>
  <inkml:trace contextRef="#ctx0" brushRef="#br0" timeOffset="80">22990 12187 10824,'-14'0'0,"-1"0"583,1 0 1,4 0-1,1 0 1,-1 1-1,2 4 1,3 5-1,4 3 1,1 1-1,0 0 1,0 1-1,0 1 1,1 1-987,4 3 1,-2-1 0,5-5-1,0 2 1,-1 2 0,1 1 0,0-3-1,3-5 403,2-6 0,1 3 0,0 0 0</inkml:trace>
  <inkml:trace contextRef="#ctx0" brushRef="#br0" timeOffset="81">23364 12172 7634,'-14'-4'605,"-1"-1"0,1 2 0,-2 1 0,-2 2 0,-1 0 1,2 2-1,1 4 0,1 7 0,1 6 0,1 2-166,3 0 1,-1 4 0,6-1 0,2 2 0,3-1 0,5-2 0,5-1 0,2-3 0,4-1 0,2-7 0,3-3 0,0-5-1042,-1-1 1,4-4-1,-5-4 602,-1-9 0,4-5 0,1-9 0</inkml:trace>
  <inkml:trace contextRef="#ctx0" brushRef="#br0" timeOffset="82">23508 12144 10884,'6'-8'248,"7"-4"0,8 6 0,1 0 1,4-2-1,1 1 0,3-1 0,2 0 1,4-1-1,-1 1 0,0 1 0,-5 3-2151,-4-1 1,-1-5 1902,-5 5 0,-8-12 0,-5 1 0</inkml:trace>
  <inkml:trace contextRef="#ctx0" brushRef="#br0" timeOffset="83">23810 11410 7634,'-27'0'760,"3"0"1,5 0-1,3 3 1,1 7 0,1 12-1,1 13 1,4 13 0,4 8-1,3 8 1,4 8-112,3 8 1,3-2 0,6-1 0,-1-3-1,-2-4 1,-1-3 0,1-8 0,0-8 0,0-9-1,-1-5 1,1-5 0,2-2-3108,1-1 0,2-8 1,2-7-1,2-8 2157,3-4 0,1-8 1,5-2-1</inkml:trace>
  <inkml:trace contextRef="#ctx0" brushRef="#br0" timeOffset="84">24141 12172 9485,'-10'5'498,"1"0"1,6 1 0,-4-1-1,2 5 1,1 3 0,0 1 0,3 2-1,1 2 1,0 1 0,0 0 0,0 0-1,0 0-1405,0-1 0,1-2 0,4-3 1,3-2-1,3-3 0,4-2 907,6-3 0,-2-7 0,1-4 0</inkml:trace>
  <inkml:trace contextRef="#ctx0" brushRef="#br0" timeOffset="85">24457 12187 8829,'-6'-8'700,"3"1"0,-7 7 0,1 2 0,-1 1 1,0 5-1,-2 3 0,-4 5 0,-2 2 0,4 3 1,4 1-1,2 2-532,0 0 0,5-2 0,0 4 0,6-4 0,7-1 1,2-5-1,4-3 0,2-5 0,3-2 0,1-4 1,2-5-1,-2-7-77,-2-3 0,0-6 1,-2-2-1,-4-1 1,-4-4-1,-4-1 0,-2-1 1,-3 0-1,-1 3 1,-1 2-1,-4 3 1,-3 2-3885,0 2 0,0 8 3793,3 3 0,10 4 0,-4 1 0</inkml:trace>
  <inkml:trace contextRef="#ctx0" brushRef="#br0" timeOffset="86">24760 12403 8074,'-15'0'1121,"6"0"0,1-2 0,1-3 0,4-4 0,1-4 1,4-3-1,3-2 0,6-2-391,7-3 0,4-1 1,7-5-1,-2 1 0,-2 0 1,-1 4-1,2 5 1,0 3-1,-1 3 0,-2 4 1,-3 6-1377,-2 6 0,-8 6 0,-6 9 0,-2 3 1,-2 1-1,0 4 0,2-1 0,1-1 1,3-4-1,2-4 0,3-2 0,4-1-174,4-4 1,3-2 0,7-7 0,0 0 0,0-2-1,-1-3 1,1-6 0,-2-5 0,-1-5 0,-4 1 0,1-1-1,-3 2 959,1-2 0,-2 5 0,-4-5 1,-2 2-1,-4 0 0,-4 1 1,-3 2-1,-4 3 0,-3 4 0,-4 4 1,-4 3 543,-2 2 0,1 2 1,0 3-1,1 4 1,3 4-1,5 1 0,4 1 1,1-1-1,0 1 1,1-1-1,4 0 0,5 1-360,3-1 1,1 1 0,0-1-1,1 2 1,-2 2 0,-2 1-1,-3 0 1,-2 0 0,-3 0-1,-1 0 1,-4 1 0,-2-1-895,-6-2 0,-8 4 0,-2-2 0,-3-1 0,-1-2 571,2-2 0,-12 7 0,4 2 0</inkml:trace>
  <inkml:trace contextRef="#ctx0" brushRef="#br0" timeOffset="87">26788 11554 7634,'-6'-37'237,"4"-3"0,-3 5 0,4 0 0,2-2 0,3 3 0,2 2 0,0 7 271,1 2 0,4 7 0,-3 13 1,0 14-1,-3 17 0,-4 15 1,-1 13-1,2 9 0,1 7 1,2 5-1,-3-37 0,1 1 1,-1 2-1,0-1 0,1 1 1,-1-1-1,3 38-299,1-8 1,-4-7 0,3-7 0,-4-4 0,-1-6-1,0-11 1,-1-11 0,-2-15 0,-2-13-571,2-11 0,3-9 0,6 1 1,7 0-1,6-1 0,3 1 0,4 0 1,1 4-1,2 2 0,-2 6 0,-3 4 1,-5 3 356,-3 2 0,-8 2 1,-3 3-1,-3 6 0,-4 5 1,-4 5-1,-9 1 1,-9 4-1,-8 1 0,-4 0 1,-1-1-1,3-4-212,4-1 0,-4-7 0,1-4 0,2-1 0,6-1 0,6-4 0,3-6 0,3-4 0,3-4 0,5-4 0,5-5 0,7-4 216,7-2 0,13-9 0,10-3 0</inkml:trace>
  <inkml:trace contextRef="#ctx0" brushRef="#br0" timeOffset="88">27119 12043 7634,'0'-10'2485,"2"4"1,2 4-1874,6 9 0,1 4 0,0 3 1,-1-1-1,0-2 0,-1-1 1,1 1-1,1 2 0,0 1 1,0 1-2357,-1-1 0,-7-4 0,3-2 0,-1 0 0,2-2 1744,1 0 0,1 6 0,6-4 0</inkml:trace>
  <inkml:trace contextRef="#ctx0" brushRef="#br0" timeOffset="89">27407 12100 7634,'0'-14'358,"0"0"0,0-1 0,0 1 1,0 0-1,0-1 0,0 1 1,1 1 517,4 3 0,-3 7 0,3 13 0,-5 9 0,-5 10 0,-6 8 0,-7 7 0,-6 7 0,-3 9 0,-4 5 0,-2 5-1018,-6 2 0,19-33 0,-1 1 0,-1 0 1,1 0-1,-1 0 0,1 0 0,-1-2 1,0-1-1,2-2 0,-1 0 142,-17 32 0,-4 0 0,5 5 0</inkml:trace>
  <inkml:trace contextRef="#ctx0" brushRef="#br0" timeOffset="90">28615 12086 7634,'-14'-19'223,"-1"-2"1,1 0 0,0 1 0,-1 2 0,1 2 247,0 2 1,-1 1 0,1 3 0,-2 5 0,-2 5-1,-3 5 1,1 6 0,-3 7 0,1 6 0,-2 5-1,2 3 1,1 1 0,3 1 0,2-1 0,3 1 0,2-2-440,3-2 0,3-2 1,9-4-1,2-5 1,4-5-1,4-4 0,5-6 1,2-2-1,1-2 1,1-2-1,1-2 0,-2-6-409,-3-3 1,-1-1 0,-2-2 0,0-2 0,-3-1-1,-1 3 1,1 3 0,0 4 0,-2-1 0,-1 2-1,1 3-564,2 4 0,-4 7 0,1 5 1,-1 5-1,1 5 941,0 2 0,-1 1 0,6 4 0</inkml:trace>
  <inkml:trace contextRef="#ctx0" brushRef="#br0" timeOffset="91">28845 12259 7634,'-1'13'1174,"-2"-2"0,-2-2 1,3 1-1,4-4-1432,3-6 0,1 0 0,-3-6 258,2 0 0,6 4 0,-3-4 0</inkml:trace>
  <inkml:trace contextRef="#ctx0" brushRef="#br0" timeOffset="92">28802 11971 7634,'-9'-13'0,"-1"2"809,-1 1 0,3 2 1,0-3-1,2 2 1,2-3-1,3 0 1,1-3-1,1 1-1824,4 0 0,3 6 1015,6 3 0,1 10 0,-1 3 0</inkml:trace>
  <inkml:trace contextRef="#ctx0" brushRef="#br0" timeOffset="93">28860 12144 7542,'-2'-8'1219,"-1"1"130,-2 1 0,0 3 0,5-4 0,0 6 0,0 7-1396,0 5 1,5 4-1,0-1 1,-2 0 0,-1 1-1,-2-1 1,0 1 0,0-1-1,0 0 1,1-1 0,3-2-1,0-1-2753,0 1 0,-3 2 2800,-1 1 0,7 1 0,1-1 0</inkml:trace>
  <inkml:trace contextRef="#ctx0" brushRef="#br0" timeOffset="94">29032 12187 6688,'0'14'352,"0"-4"1,0-1 0,0 3 0,0 0 0,0 3 333,0-1 0,0-4 0,-1-2 0,-2-3 1,-2-7-1,2-6 2297,1-5-2988,2-1 0,0-1 1,0-1-1,2-1 0,2-2 1,6 1-1,3 0 0,1 1 1,1-2-1,-1 3 0,2 3 1,2 5-1,2 0 0,1 2 1,0-1-1,-2 4 5,2 1 0,-5 2 0,5 0 0</inkml:trace>
  <inkml:trace contextRef="#ctx0" brushRef="#br0" timeOffset="95">29421 11381 7643,'-21'-14'600,"5"1"0,5 3 1,0 9-1,0 9 1,1 12-1,5 12 0,4 10 1,1 6-1,0 5 1,0 6-1,1 6 0,2 7-304,2 5 1,0-3-1,-5 1 1,0-6-1,0-9 1,0-4 0,-2-6-1,-1-5 1,-3-10-1,-1-8 1,1-8-1,3-3-4562,1-2 0,4-6 4266,3-3 0,3-10 0,6-3 0</inkml:trace>
  <inkml:trace contextRef="#ctx0" brushRef="#br0" timeOffset="96">29550 12043 7643,'-14'0'398,"4"2"1,1 1-1,-2 3 1,-1 4 0,1 4-1,3 5 1,2 4-1,3 2 1,1 2 0,2 2-1,0-2-787,0-3 0,0 2 1,2-7-1,1-1 389,2-2 0,6 4 0,-3 3 0</inkml:trace>
  <inkml:trace contextRef="#ctx0" brushRef="#br0" timeOffset="97">29680 12216 7681,'0'14'1374,"-2"0"0,-1-2 0,-2-8-947,2-8 0,1-9 0,4-5 0,1-1 0,4 1 0,1 2 0,3 2 0,0-2 0,0-2 0,-1 1 0,1 2 0,0 4-461,-1 0 1,3 3 0,-4 0 0,2 3-1,1 9 1,-4 7 0,-2 8 0,-3 3 0,-1 2-103,-2-1 0,0 4 0,0-5 1,1 1-1,3-4 0,2-2 1,2-1-1,3 0 0,2-3 1,1-2-1,2-3 0,2-3 45,1-3 0,7-2 1,-4-2-1,2-3 1,-2-4-1,1-6 1,-2-2-1,1-4 1,-1 0-1,-1-1 1,-2 1-1,-2-1 314,-2-1 1,-4 1 0,-2-4-1,-2 4 1,-2 1 0,-3 4-1,-2 2 1,-4 6 0,-5 4-1,-3 3 1,-3 2 0,-1 3 164,-2 7 1,-1 0-1,6 10 1,0 0-1,-1-1 1,3 0 0,2 0-1,4 0 1,1 0-1,0 1 1,2-1-1,3-2-274,5-1 1,3-3-1,8-2 1,3-3 0,5-1-1,3-4 1,2-1 0,1-2-1,2 0 1,2 0 0,-2 0-1,-2-2-114,-1-3 0,-1-3 0,1-6 0</inkml:trace>
  <inkml:trace contextRef="#ctx0" brushRef="#br0" timeOffset="98">13969 15050 7681,'0'-29'605,"0"1"0,0 0 0,0 4 1,0 5-1,0 6 0,0 9 0,0 10 1,0 12-1,0 10 0,0 9 131,0 5 0,0 9 0,0 5 0,0 6 0,0 2 0,0 2 1,-1-1-1,-2 4 0,-4 3 0,-1 1 0,-3-1 0,0-6-514,1-5 1,-3-10-472,4-3 1,1-7-1,0-7 1,2-10-1,2-10 1,3-9 0,1-10-1,1-8 1,4-6-1,5-5 1,2-3-1,3-2 1,1-1 0,1-2-1,4-2 1,2 2-1,1 4 1,-2 4-1,-3 5-3015,-3 3 3257,-1 1 1,0 7-1,3 3 1,0 7 0,-6 6-1,-4 8 1,-3 5 0,0 4-1,-2 2 1,-3 2 0,-3-2-1,-2-1 1,0-2 0,1 0-1,-1-2 1,2-2 0,1-4 6,2-2 0,6-6 0,2-2 0</inkml:trace>
  <inkml:trace contextRef="#ctx0" brushRef="#br0" timeOffset="99">14444 15698 7681,'-14'1'608,"1"4"1,3 5 0,6 2-1,2 3 1,2-1 0,0 0 0,0 1-1,0-1-1217,0 1 0,0-1 1,0 0-1,0 1 609,0-1 0,0 1 0,0-1 0</inkml:trace>
  <inkml:trace contextRef="#ctx0" brushRef="#br0" timeOffset="100">14775 15611 7681,'-22'-8'600,"6"-3"1,6 6 0,-1 2 0,-2 1 0,-1 4-1,1 3 1,2 4 0,3 4-145,1 2 1,3-1 0,4 0 0,0 1 0,0 1 0,0 1 0,0 3 0,0-3 0,0-1 0,0-2 0,0 1 0,1-1-1165,4 1 1,-3-6 0,2 2 0,-2 4 0,-4 2 0,-2 1 0,-6-2 0,-4-2 0,-4 1 707,-1-1 0,-7-6 0,4-1 0</inkml:trace>
  <inkml:trace contextRef="#ctx0" brushRef="#br0" timeOffset="101">14718 15741 7681,'20'-19'0,"4"-1"361,3 3 0,7-4 0,3 2 0,3 0 0,6-1 1,2 1-1,2 2 0,-4 1 0,-3 1 0,-4 2 1,-6 2-1,-4 2 106,-5-2-467,-10 4 0,-1-6 0,-5 5 0</inkml:trace>
  <inkml:trace contextRef="#ctx0" brushRef="#br0" timeOffset="102">15063 14805 7681,'-10'0'441,"1"2"0,-1 3 0,2 6 0,3 10 0,4 12 0,1 17 1,0 14-1,0 14 0,0-34 0,0 0-39,0 4 0,0 0 0,0 1 1,0 0-1,-1-1 0,0 0 0,-1-3 1,-1-1-1,-1-3 0,-1 0 1,-8 31-1,0-10 0,2-9 0,3-10 1,2-10-1,4-7-2754,5-7 1,12-9 0,8-7 2351,5-6 0,0-18 0,1-9 0</inkml:trace>
  <inkml:trace contextRef="#ctx0" brushRef="#br0" timeOffset="103">15250 15669 7681,'-15'14'315,"1"1"1,0-1 0,-1 0-1,3 2 1,0 2 0,4 3 0,2-1-1,3 1 1,1-3 0,4-2 0,3-2-1,4-1 170,4-3 1,6-4 0,2-6 0,1-2 0,2-1 0,0-3 0,-1-2 0,-3-3 0,-2-4 0,-4-2 0,-2-3 0,-4 3-613,-2 1 1,-1-3 0,-5 0 0,-2-1 0,-3 1-1,-4 0 1,-4 3 0,-1 3 0,-1 5 0,1 2 0,-1 3 126,1 1 0,0 8 0,-1 2 0</inkml:trace>
  <inkml:trace contextRef="#ctx0" brushRef="#br0" timeOffset="104">15523 15899 8458,'-1'-14'0,"-3"-1"667,0 1 1,-1-1 0,5 1 0,1 0-1,3-2 1,2-4 0,2-2 0,3-2-1,2 0 1,0-1 0,0-3 0,-1 1-455,4 3 1,2 3 0,-4 7-1,2 1 1,2 2 0,3 3-1,-1 2 1,1 4 0,-3 5-214,-2 7 0,-2 3 0,1 1 0</inkml:trace>
  <inkml:trace contextRef="#ctx0" brushRef="#br0" timeOffset="105">15897 15654 7681,'-6'-8'1082,"3"-3"1,-5 8 0,1 5 0,4 6 0,1 6 0,2 4-660,0 1 1,0 0-1,0-3 1,0 2 0,0 1-1,0 0 1,0 0-1,0 0 1,0-1-424,0-2 0,7-2 0,1 1 0</inkml:trace>
  <inkml:trace contextRef="#ctx0" brushRef="#br0" timeOffset="106">16415 15582 7923,'-6'-8'0,"-4"2"720,-3 0 0,-6 4 1,-2-1-1,-1 6 0,-2 8 1,0 7-1,2 6 0,-1 3 1,3 3-1,-1 2 0,3 2 1,4-2 1030,4-2 1,4-3-2118,6-3 0,0 2 0,0-7 0,3-3 0,5-3 0,8-5 0,5-2 0,4-2 0,4-3 366,5-1 0,2-13 0,8-3 0</inkml:trace>
  <inkml:trace contextRef="#ctx0" brushRef="#br0" timeOffset="107">16789 15654 13186,'-16'-14'0,"-1"1"0,-4 4 0,0 4 0,-1 3 0,-1 4 0,-1 4 0,0 7 0,2 6 0,1 4 687,4 2 0,2-2 0,6-1 0,4-1 0,3-4 0,2-1 1,0-1-1,2-3 0,3-2 0,4-5 0,6-4-928,4-1 0,-3-1 1,5-4-1,-1-3 1,3-2-1,1 2 1,-2 2-1,-1 1 1,-4 0-1,-1 1 1,-1 0-212,-1 3 1,-1 2 0,-2 3 0,-3 2 0,0 2 0,-1 3 0,1 0-1,-2 1 1,2-3-2525,0 2 1,2-4 2975,4-2 0,0-10 0,1-3 0</inkml:trace>
  <inkml:trace contextRef="#ctx0" brushRef="#br0" timeOffset="108">17091 14949 7923,'0'-43'930,"0"13"0,0 9 1,-1 15-1,-2 17 1,-2 14-1,2 14 1,1 9-1,2 8 1,0 6-112,0 4 0,0-4 0,0 3 0,0-1 0,0-3 1,2-2-1,1-3 0,3-3 0,1-7 0,1-6 0,-2-8 1,2-4-859,0-4 1,-3-7-1,3 2 1,0-4-1,0-4 39,3-2 0,2-5 0,1 2 0</inkml:trace>
  <inkml:trace contextRef="#ctx0" brushRef="#br0" timeOffset="109">18588 15021 7975,'0'-16'493,"0"-3"0,0 3 0,1-1 0,2 4 0,2 8 1,-2 8-1,-1 15 0,-2 11-58,0 9 0,-2 10 1,-1 6-1,-2 5 1,2 5-1,2 3 1,1 5-1,0 2 1,0-2-1,0-3 1,0-2-1,-2-2 1,-1-4-1,-2-8 1,2-12-1,1-9-743,2-6 1,0-13 0,0-2 0,0-8-1,0-9 1,0-7 0,0-6 0,2-4-1,1-1 253,2 0 0,0-1 0,-5-6 1,0 1-1,-2 3 0,-3 1 1,-4 2-1,-4 2 0,-2 1 1,1 5-1,0 5 0,-2 6 215,-4 4 1,3 2-1,-7 6 1,-2 7 0,1 10-1,-1 6 1,4 6 0,1 0-1,3 3 1,4-3 0,4-2-1,6-4-1459,2-1 0,2-5 0,2-1 0,4-3 0,7-4 1299,4-5 0,15-4 0,-1-7 0</inkml:trace>
  <inkml:trace contextRef="#ctx0" brushRef="#br0" timeOffset="110">18990 15726 8346,'-16'0'0,"-1"0"486,-2 0 0,-2 2 0,2 3 0,-5 4 0,-2 6 0,1 4 1,2 3-1,2 2 0,5-1 0,4-1 0,4-1 0,1 0-348,4-4 1,6-6-1,4-3 1,1-1 0,3-4-1,3-1 1,4-2 0,1 0-1,0-2 1,2-1-1,1-4 1,1 1-1110,-4 0 0,-2-4 0,1 5 1,1 0-1,-1 1 0,-2-1 0,-2 0 971,1-1 0,-1 4 0,0-4 0</inkml:trace>
  <inkml:trace contextRef="#ctx0" brushRef="#br0" timeOffset="111">19034 15726 7975,'11'-14'207,"3"0"1,-7 4 0,9 0 0,0 1 0,1-1-1,2 2 1,2 0 0,1 0 0,2-1 0,0-1 0,2 0-1,1 1-18,2 1 1,0-3 0,-2 4 0,-2 1 0,-2-2 0,-1 0 0,-1-2-190,0 2 0,-2-11 0,-5 3 0</inkml:trace>
  <inkml:trace contextRef="#ctx0" brushRef="#br0" timeOffset="112">19379 14921 7975,'-15'-13'386,"0"3"0,-3 5 0,-1 7 1,1 9-1,4 13 0,3 15 0,3 10 1,1 10-1,4 7 65,1 7 0,2 1 0,-1 7 1,-1-40-1,1 0 0,-4 37 1,2-6-1,1-9 0,2-9 0,2-6 1,2-5-1,6-6 0,3-8-4908,1-9 4457,7-10 0,8-4 0,7-6 0</inkml:trace>
  <inkml:trace contextRef="#ctx0" brushRef="#br0" timeOffset="113">19580 15698 7975,'-14'-8'463,"0"3"1,-2 3 0,-2 2 0,-3 0-1,0 2 1,-1 4 0,0 7 0,-2 6-1,0 2 1,1 1 510,3 1 0,2-6 0,8 2 1,6-3-1,2-1 0,4-2 1,4-4-1,7-4 0,6-3-1083,3-2 1,-3 0 0,5 0 0,2 0-1,1 0 1,2 0 0,0 0 0,0 0 0,-2 0-1,-2 0 1,-2 0 0,-3 0 108,-2 0 0,4 6 0,1 2 0</inkml:trace>
  <inkml:trace contextRef="#ctx0" brushRef="#br0" timeOffset="114">20918 15669 7975,'0'-15'1025,"0"1"0,0 3 1,0 8-1,0 12 0,0 14 1,0 9-888,0 6 1,0 3 0,0 1 0,0-2 0,0-2-1,-1 2 1,-3 0 0,0-1 0,-1-6 0,0-2 0,-1-3-1,-2-2-138,-3-7 0,-2 0 0,-2-11 0</inkml:trace>
  <inkml:trace contextRef="#ctx0" brushRef="#br0" timeOffset="115">20904 15597 7975,'0'-15'-19,"1"6"0,4 1 0,5 1 0,1 6 19,-1 4 0,-4 5 0,-6 6 0</inkml:trace>
  <inkml:trace contextRef="#ctx0" brushRef="#br0" timeOffset="116">21120 16028 9602,'-13'-16'0,"2"-1"465,1-2 0,7 0 0,-2 4 0,4-1 0,1-3 0,0-3 0,0-1 0,1 2 0,4 2 1,5-2-1,1 1 0,0-1 3050,-2 3-3734,1 9 0,4 2 1,1 7-1,-2 2 0,-2 4 1,-3 7-1,0 6 0,-2 4 1,1 2-1,-4 2 0,0 2 1,0 0-1,2 0 0,0-2 1,1-1-1,4-4 1,3-1 218,1-4 0,0-1 0,1-1 0</inkml:trace>
  <inkml:trace contextRef="#ctx0" brushRef="#br0" timeOffset="117">21695 15798 7975,'-22'-16'419,"-4"-3"0,7 11 0,1 0 0,1 3 0,-1 7 0,-1 6 0,2 8 0,1 5 0,3 4 0,2 2 1,3 2-237,1 0 0,2-2 0,5-1 0,2-4 0,3-1 0,6-4 0,5-1 0,5-3 0,1-3 0,4-5 0,1-4 0,3-2-6357,4-4 6174,-4-10 0,12-7 0,-6-7 0</inkml:trace>
  <inkml:trace contextRef="#ctx0" brushRef="#br0" timeOffset="118">21969 14935 7995,'-23'-32'426,"6"3"0,5 10 1,8 13-1,2 15 1,2 14-1,0 9 0,2 8 288,2 6 1,3 10 0,4 6-1,-3 1 1,-2 1 0,-2 3 0,-1 5-1,0 3 1,2 1 0,-2-2 0,-1-5-1,-2-7-1572,0-3 0,0-4 1,-2-9-1,-1-12 0,-2-12 858,2-6 0,8-21 0,3-4 0</inkml:trace>
  <inkml:trace contextRef="#ctx0" brushRef="#br0" timeOffset="119">22098 15784 8087,'0'9'403,"0"1"1,0 1 0,0 2 0,0 1 0,0 1 0,2 1 0,2 0 0,6 0-1,3-3-114,1-1 1,1 0-1,-1-3 1,0-4 0,1-3-1,-1-2 1,0 0 0,1-2-1,-1-3 1,1-4 0,-1-3-5259,0 3 4969,-6-10 0,5 9 0,-5-11 0</inkml:trace>
  <inkml:trace contextRef="#ctx0" brushRef="#br0" timeOffset="120">22645 14921 8198,'0'-20'0,"0"0"926,0-3 1,-2 6-1,-1 1 1,-2 9-586,2 12 1,0 19 0,0 11 0,-2 12 0,2 10 0,1 10-1,0 8 1,1-34 0,-1 0 0,-1 1 0,0 1 0,0 0 0,-1 2-1,0-1 1,0 1 0,1 1 0,0-1 0,0-1 0,0-1 0,-1 35-1,3-13 1,1-10-345,0-12 1,6-9 0,4-15 0,3-10 0,-1-7 0,0-7 0,-3-4 0,1-6-1,-1-2 1,-1-4-208,-1-2 1,2 6 0,-4-2 0,-2 3 0,-1 1 0,-4 1 0,-1-1 0,-3 3 0,-2 1 0,-5 3 0,-3 1 0,-3 4 225,1 1 0,-4 9 0,-2 2 0,-3 6 0,-1 2 0,3 4 0,1 1 0,0 2 0,3 0 0,5-1 0,7-2 0,2-4-470,4-1 0,1-1 0,4-1 0,4-1 0,9-4 0,7-4 0,5-3 1,4-2 453,2 0 0,4-13 0,6-3 0</inkml:trace>
  <inkml:trace contextRef="#ctx0" brushRef="#br0" timeOffset="121">22803 15798 10281,'-8'7'130,"3"2"0,4-1 0,1 2 0,0 3 0,0 3 0,0 3 0,0-2 0,0-1 0,1-1 0,2-1 0,4 1 0,-1-1-130,1 0 0,4-6 0,-3-1 0</inkml:trace>
  <inkml:trace contextRef="#ctx0" brushRef="#br0" timeOffset="122">23048 15957 8313,'-10'-2'1063,"2"-3"0,2-4 0,2-4 0,3-2 0,1 1 0,1 0 2493,4-1-3842,3 1 1,2-1 0,-1 3 0,3 0 0,0 4 0,3 2 0,-1 3 0,-1 3 0,-2 5 0,-3 4-1,0 4 1,0 1 285,3 1 0,2-1 0,1 1 0</inkml:trace>
  <inkml:trace contextRef="#ctx0" brushRef="#br0" timeOffset="123">23565 15827 7995,'-14'-14'361,"0"4"1,-1 2 0,1 2 0,0 2 0,-1 4 0,1 5 0,1 5 0,3 3 0,4 1-1,1 0 1,0 2 68,2 4 1,2-4 0,2 3 0,4-3-1,5-3 1,2-4 0,3-4 0,-1-3 0,1-2-1,-1 0-593,0 0 1,1-5 0,-1-2 0,0 1 0,1 0 0,-1 2-1,-1 1 1,-2 0 0,-1-2 0,-1 4 0,1 4 349,0 6 0,-2 4 0,3 2 0,-3 1 0,0 4 0,0 9 0,1 8 0,-1 4 0,-1 3 0,-2 0 0,-1 4 0,-1 5-61,-1 3 1,-2-5 0,0-3 0,-3-3 0,-5-2 0,-8 0 0,-5 0 0,-6-1 0,-3-4 0,-6-4 0,0-5 0,-4-4-127,-2-1 0,5-6 0,2 3 0</inkml:trace>
  <inkml:trace contextRef="#ctx0" brushRef="#br0" timeOffset="124">24472 15856 7992,'0'-29'695,"0"7"0,0 2 0,0 9 0,0 10 1,0 12-1,1 8 0,4 7-345,5 1 0,-2 2 0,1-2 0,3-2 0,0-2 0,3-1 0,-1-1 1,-1 0-1,-2-4 0,-1-2 0,-1-4 0,1-3-141,-1-2 1,-4-1-428,5-5 1,-2-6 0,3-6 0,-1-4 0,-1-3 0,1 2 0,-1 1 0,1 1 0,0 1 0,-1 0 0,2 1 0,2 3 0,2 5 0,-1 5 0,0 5 0,-1 5-1,-2 3 1,-3 1 0,0 0 285,0 1 1,-5-6-1,4-1 1,-1-1 0,4-6-1,1-4 1,-1-7-1,-4-4 54,0-5 0,-4 3 0,3-3 1,-4 3-1,-1 1 0,2 1 0,1 0 1,4 1-1,1 3-543,3 5 0,-3 4 1,1 1-1,3 1 0,2 3 1,4 2-1,1 0 0,-2 1 1,1-4-1,-1-1 1,3-2 227,-3 0 1,4 0-1,0 0 1,0 0 0,-1-2-1,0-1 1,-1-4 0,0-1-1,-3-3 1,-3-2 0,-5-1-1,-2 0 389,-3-1 0,-1 1 1,-4 1-1,-4 3 0,-7 6 1,-4 2-1,-3 4 1,1 2-1,-2 6 0,1 3 1,-3 3-196,1 3 0,6-1 0,0 4 1,6 0-1,4-1 0,3 0 0,1-2 1,2 0-1,3 1 0,5-4-1,7-5 0,15 1 0,0-4 0</inkml:trace>
  <inkml:trace contextRef="#ctx0" brushRef="#br0" timeOffset="125">25565 15856 7992,'-9'-13'428,"-1"2"0,-1 3 0,-2 1 1,-1 4-1,-2 2 0,-2 2 1,-1 4-1,1 5 0,1 2-92,-2 3 0,3 6 0,-2 1 0,5 2 0,5-2 0,2 1 0,3-2 0,1-1 0,2-2 0,2-2 1,2-3-1,6-4-506,3-4 1,6-3 0,2-2-1,1 0 1,4-2 0,1-3-1,2-4 1,-1-4 0,1 0-1,-2 2 1,-3 3 0,-4 0-524,-4 0 0,3 5 0,0-2 0,-3 5 0,-5 5 0,-6 4 0,-4 4-1452,-1 1 2145,0-6 0,7 5 0,1-5 0</inkml:trace>
  <inkml:trace contextRef="#ctx0" brushRef="#br0" timeOffset="126">25709 15784 7992,'10'-15'314,"-1"1"1,1 1 0,4 2 0,1 2-1,1-1 1,3 2 0,6 2 0,7 1-1,5-2 1,1 1 0,-1 0 0,0 2-246,0 3 1,-4-1-1,4-1 1,-2-2-1,-4 0 1,-6 1-1,-6-3 1,-3 1-70,-1-1 0,-7-10 0,-2 1 0</inkml:trace>
  <inkml:trace contextRef="#ctx0" brushRef="#br0" timeOffset="127">25925 14834 7992,'-22'-22'592,"1"3"1,8 11 0,2 11-1,3 16 1,1 18 0,4 14-1,3 11 1,5 13 0,-1-31-1,0 0 1,1 6 0,0 0-99,-1 1 1,1 0 0,0 0 0,0 0 0,1-1 0,1-1 0,-2 0 0,-1-2 0,-1-2 0,-1-2 0,0 34 0,-1-15 0,2-12 0,2-10 0,-2-8 0,-1-7-1724,-2-6 0,0-11 0,1-8 0,3-9 1,2-9-1,2-6 0,3-3 0,4-3 1025,4-4 0,-3-9 0,5-8 1</inkml:trace>
  <inkml:trace contextRef="#ctx0" brushRef="#br0" timeOffset="128">26256 14921 8375,'0'-52'491,"0"9"1,0 11 0,-2 8-1,-3 12 1,-4 12 0,-4 14-1,-1 13 1,-1 11 0,2 9 54,4 6 0,-2 11 0,6 7 0,3-30 0,1 0 0,0 3 0,0 0 0,1 1 1,0 1-1,0-1 0,0 0 0,0-2 0,0 0 0,0-1 0,0-1 0,2 39 0,2-3 1,6-9-479,3-8 0,-4-17 0,1-14 0,0-7 0,-1-4 0,1-4 0,1-6 1,2-7-1,1-5 0,2-7 0,2-5 0,3-5-792,1-2 1,0-1 0,4-4 0,-4-1 0,-1 0 0,-5 2 0,-5 3 0,-4 5 0,-3 3 0,0 3 750,-6 3 0,0 6 0,-7 8 1,-2 8-1,-2 4 0,-2 4 1,1 3-1,1 2 0,4 2 1,4 2-1,3-2 0,2-3 123,0-4 1,2 0 0,3 0 0,4-4 0,6-4-1,2-4 1,4-1 0,1-4 0,4-3 0,3-5-1,1-5 1,0-2-352,-2-3 1,-4 1 0,0 0 0,-5-1-1,-5-1 1,-3-1 0,-3-3 0,-1 3 0,-4 1-1,-1 1 1,-2 1 441,0 0 0,-2 1 0,-1 2 0,-4 3-17,-1 1 0,12 2 0,0 5 0,8 0 1,4 0-1,1 0 0,2 0 0,0-1 1,1-2-1,0-2 0,1 0-1992,0-1 1,0 4 0,-2-3 0,5 4 1767,3 1 0,2-7 0,0-1 0</inkml:trace>
  <inkml:trace contextRef="#ctx0" brushRef="#br0" timeOffset="129">28083 15669 7962,'-8'-7'753,"-3"3"1,6 0 0,2 14-302,1 11 1,9 8 0,1 4 0,1 7 0,1 6 0,1 7 0,0 5 0,0 4 0,-1 5 0,-1 4 0,-1 1 0,-3-4 0,-3-4 0,-5-9 0,-5-9 0,-8-9-395,-5-5-115,-3-4 0,0-10 0,0-5 0,-2-5 0,1-7 1,-1-4-1,4-6 0,1-6 0,3-4 0,4-7 1,3-4-1,3-7 0,2-3 0,4-4 0,5-3 1,7-4-1,4-5 0,5-6 0,7-4 0,4-3 1,7 1-1,3 1 0,6 4-192,4 4 0,3 5 0,3 6 0,-5 13 1,-8 12-1,-10 14 0,-7 5 0,-8 8 0,-7 5 1,-6 12-1,-4 9 0,-2 9 405,-4 2 0,-5 1 0,-7-4 0,-4-3 0,-2-1 0,-2 0 0,-2-2 0,0-2 0,1-3 0,4-3 0,1-5-3559,3-3 0,10-3 3403,8-3 0,19-17 0,12-9 0</inkml:trace>
  <inkml:trace contextRef="#ctx0" brushRef="#br0" timeOffset="130">28745 15611 7970,'-15'-22'520,"3"1"0,0 7 0,3 1 1,-2 3-1,-4 5 0,-2 4 1,-3 4-1,1 7 0,0 9 1,0 8-1,1 5 5,2 2 1,4 1-1,2-3 1,5 1 0,4-1-1,1-3 1,0-5-1,1-5 1,4-3 0,5-3-1,2-3 1,4-6-826,3-2 1,-1-2-1,6-2 1,2-2-1,1-4 1,2-2-1,-2 0 1,-2 1-1,-2-1 1,-1 2-1,-1 0 1,0 2-2149,-4-1 1,-6-2 0,-3 2 2069,-1-1 0,-2 4 0,-4-4 1,2 0-1,2 0 0,0-3 0,0-2 378,0-2 0,-1 1 0,-4 0 0</inkml:trace>
  <inkml:trace contextRef="#ctx0" brushRef="#br0" timeOffset="131">28917 15539 7970,'13'-6'231,"-3"-4"0,3 2 0,-4 0 1,4 0-1,3 0 0,3-1 0,7-1 1,6 2-1,6 0 0,4 0 0,1-1 1,1-1 152,4 0 1,-3 1-1,2-6 1,-7 3-1,-7 0 1,-3 3-385,-1-2 0,0-9 0,0-2 0</inkml:trace>
  <inkml:trace contextRef="#ctx0" brushRef="#br0" timeOffset="132">29205 14734 8403,'-13'6'0,"2"5"464,2 7 0,1 6 0,-4 9 0,4 9 0,2 9 0,3 13 0,1 9 0,2 9 0,1-40 0,0 1 0,0-1 0,1 0 0,0 0 0,1-2 0,0 35-227,-1-6 0,-2-12 0,0-10 0,-2-7 1,-1-7-1,-2-4 0,2-5 0,0-6-7178,-2-7 6941,-3-5 0,-7-19 0,1-3 0</inkml:trace>
  <inkml:trace contextRef="#ctx0" brushRef="#br0" timeOffset="133">29148 15496 8105,'8'-14'257,"0"1"0,-4 2 0,6 3 0,3 1 0,1 3 1,2-1-1,3 0 0,5 2 0,5 1 0,5 2 1,4-1 84,4-4 0,1 3 1,-2-4-1,-2 1 0,-6 0 1,-4 0-1,-3-1 1,-4-2-1,-3-2 0,-5 1-342,-2-2 0,-9-2 0,3-2 0</inkml:trace>
  <inkml:trace contextRef="#ctx0" brushRef="#br0" timeOffset="134">29407 14561 8081,'-15'0'394,"1"6"1,1 5 0,3 7 0,6 11 0,2 12 0,2 19 0,0 13 0,0-30 0,0 0 0,0 4 0,0 1 0,0 0 0,0 1 0,0-1-1,0 0 2218,0-2 0,0-1-3077,0 37 1,-2-10 0,-1-13 0,-3-8 0,-1-9 0,-1-6-1,2-4 1,-2-3 0,2-5 0,1-6 0,6-7 464,7-6 0,12-16 0,2-5 0</inkml:trace>
  <inkml:trace contextRef="#ctx0" brushRef="#br0" timeOffset="135">29550 15539 8081,'15'-9'77,"-1"-1"1,1 2 0,-1-3 0,0 3 0,1 0 0,-1 0 0,0-2 0,1 1 0,-2-1 0,-2-1 505,-2-2 0,-7 0 0,-2 4 0,-8 4 1,-5 3-1,-3 4 0,-3 3 0,-3 6 1,-1 7-1,4 6-374,3 3 0,2-3 0,-1 0 0,1 1 0,1 2 0,4 1 0,2-4 0,2-4 0,1 0 0,0-1 0,4-2 0,4-1-464,0-1 0,12-6 0,0-1 1,4-1-1,2-4 0,0-2 1,2-2-1,0-2 0,0-4 1,0-1-1,-1-3 0,-4-2 382,-3-1 0,-2 0 0,-1-1 0,-3-1 0,-6-1 0,-2-4 0,-2 0 0,0-1 0,2-1 0,1-2 0,2-1 0,-2 1-183,-2 1 1,1 6 0,1-3 0,4 2-1,1 1 1,3 4 0,2 4 0,1 4-1,0 3 1,2 1 55,3 2 0,4 0 0,6 0 0</inkml:trace>
  <inkml:trace contextRef="#ctx0" brushRef="#br0" timeOffset="136">30140 15640 8078,'-9'8'2835,"-1"-3"1,7-5-1,-2-5-2541,3-5 0,2 2 1,2 0-1,1 0 1,2 0-1,0-3 1,0-2-1,1-1 0,0 0 1,2-1-1,0 1-311,4 0 0,0-1 1,3 1-1,-1-1 1,1 1-1,-1 1 0,0 2 1,1 1-1,-1 1 1,1 1-1,-1 3-197,0 3 1,1 4 0,-1 3-1,-1 6 1,-4 5 0,-4 5-1,-2 0 1,1 1 0,0-1-1,0 1 1,-3-1-316,-1 0 1,0 3-1,0-5 1,0-2 0,0-1-1,0-1 1,0-1 0,2-1-1,3-2 529,4-1 0,10-1 0,4 6 0</inkml:trace>
  <inkml:trace contextRef="#ctx0" brushRef="#br0" timeOffset="137">30917 15439 8749,'-6'-29'523,"-2"6"1,-7 4 0,-1 5-1,-1 4 1,-4 5 0,-1 4-1,-2 1 1,1 1 0,4 3-1,3 2 1,2 2-86,-1 3 1,7 4 0,4 4 0,4 3-1,3 1 1,3-4 0,2-3 0,3-2-1,2 2 1,1 2 0,1 1-98,-1-2 1,1 4-1,-1-2 1,-1-1-1,-2-2 1,-3 0-1,0 2 1,-2 1-1,1-2 1,-4-1-1,-1-1 1,-4-2-855,-3-4 0,-3 4 0,-6-5 0,-2 1 0,-3-1 0,-7 0 0,-6-1 513,-6-1 0,-10 5 0,-3-3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03:52:00.735"/>
    </inkml:context>
    <inkml:brush xml:id="br0">
      <inkml:brushProperty name="height" value="0.053" units="cm"/>
      <inkml:brushProperty name="color" value="#FF0000"/>
    </inkml:brush>
  </inkml:definitions>
  <inkml:trace contextRef="#ctx0" brushRef="#br0">16386 3554 8078,'0'-14'292,"0"-1"0,0 1 0,0-1 1,-1 3 187,-4 2 1,3 0 0,-2 12-1,2 8 1,2 7 0,0 6 0,0 2-1,0 2 1,2 2 0,1-2 0,2-1 594,-2-2 0,3-2-1056,-1 2 1,0 2-1,-5-7 1,0-1-1,0-3 1,1-2-1,3-6 1,0-11-1,1-10 1,0-8-1,1-7 1,2-5-1,4-2 1,0-4 0,3-2-1,1-1 1,1 1-1,2 2 1,-1 5 212,-2 5 1,3-1-232,0 12 0,1 6 1,-4 10-1,1 6 0,2 9 1,-3 5-1,-3 9 1,-3 6-1,-1 5 0,1 1 1,-2 0-1,0 1 1,-2-3-1,1-2 0,-3-4 1,1-2-1,0-4 1,0-5 3207,1-3-3210,2-15 1,0-7-1,-1-15 1,-1-1-1,4-4 1,2-3-1,1-3 1,-2-1-1,-1 1 1,1 3-1,2 4 1,1 2-1,-1 2 1,-2 4-1,-1 2 1,1 6-1,0 6 1,-1 6-1,-4 8 1,-1 5-1,0 5 1,-2 1-686,-1 4 1,-2-1-1,0 1 1,1-4 0,2-1-1,4-2 1,-1 0-1,2-1 1,0-4 0,5-4-1,3-4 686,3-2 0,7-16 0,-4-4 0</inkml:trace>
  <inkml:trace contextRef="#ctx0" brushRef="#br0" timeOffset="1">17365 3439 8078,'-15'0'322,"1"0"1,0 1 0,-1 4 0,1 5 0,1 3 0,3 1 0,6 2 0,2 3 0,2 4 191,0-1 1,2 5 0,2-5 0,6 1-1,4-6 1,4-4 0,3-5 0,1-1 0,2-4-1,-2-2 1,-2-2 0,-4-4 187,-2-5 0,-1-2 0,-4-3 1,-4 1-1,-3-2 0,-4-2 0,-3-1 1,-4 0-1,-4 0 0,-1 0 1,-1 1-4684,1 2 1,-1 2 3980,1-1 0,6 1 0,2-1 0</inkml:trace>
  <inkml:trace contextRef="#ctx0" brushRef="#br0" timeOffset="2">17739 2748 8078,'0'-19'0,"0"0"998,0 1 0,-2 7 0,-1 5 0,-2 4 0,2 10 0,3 10 0,3 10 0,4 9 0,-1 6 4442,0 5-5451,6 3 1,-6 12 0,5-1 0,-1 0 0,-1 1 0,1-1 0,0-1 0,1-4 0,1-5-1,3-9 1,-1-8 0,-1-6 0,-2-5 0,-1-7 0,-1-7 0,-1-10 0,-4-8 0,-8-6-1,-5-4 1,-4-1 0,-3 1-224,-3 2 0,1 2 0,-4 1 1,1 3-1,4 6 0,-1 2 0,0 4 1,-1 2-1,2 6 0,1 4 1,3 6-1,3 4-45,5 3 0,4 6 0,1 1 1,0-4-1,1-4 0,4-7 0,6-3 1,5-3-1,5-4 0,2-4 0,1-3 1,0-2 91,0 0 0,-1-5 0,6-1 1,0-2-1,0-4 0,-2 0 1,-1-3-1,-2 1 0,1-1 1,2 1-1,2 0 0,0-1 273,0 1 0,-1 0 0,0-1 0,-4 1 0,-5-2-1,-5-2 1,-3-1 0,-3 1 0,-1 2 0,-6 2 0,-4 1 0,-7 4 396,-2 4 0,-4 3 0,-2 4 0,-1 3 0,0 4 0,0 6 1,-1 4-1,3 5 0,2 3 0,6 2 0,4-2 0,3-2-660,2-1 1,0-1-1,0 2 1,2-2-1,4-2 1,7-5 0,6-4-1,4-4 1,2-1-1,4-4 1,5-3-1,4-5 178,4-4 0,1-17 0,0-4 0</inkml:trace>
  <inkml:trace contextRef="#ctx0" brushRef="#br0" timeOffset="3">18516 2446 7984,'-28'-14'819,"5"-1"0,2 7 0,6 5 0,3 8 0,0 9 1,4 12-1,2 11 0,3 11 0,1 7 0,4 9 0,4 8 1,7 8-283,-5-38 0,2 1 1,0 3-1,0 1 0,-1 0 1,0 0-1,0 0 0,1 0 1,-1-1-1,0-2 0,-1-3 1,0-1-1,6 32 0,0-8 1,1-6-1,-1-5 0,2-5 1,2-5-5454,1-5 1,8-3 4501,2-6 1,0 0 0,6 0 0</inkml:trace>
  <inkml:trace contextRef="#ctx0" brushRef="#br0" timeOffset="4">19638 3424 7891,'0'-14'655,"0"0"0,0 4 1,0 0-1,3-1 0,7 0 1,9 0-1,8 1 0,7 1 1,6-1-1,7 0 0,9 1 1,7-1-1,2 1 0,2-1 1,-1 1-1315,-4-1 1,-9 5 0,-5-3 0,-3 0-1,-4 2 659,-2-1 0,-11-4 0,-7 3 0</inkml:trace>
  <inkml:trace contextRef="#ctx0" brushRef="#br0" timeOffset="5">19983 2374 7987,'-27'-10'524,"3"1"0,3 6 0,8 1 0,4 10 0,4 14 0,3 15 1,2 16-1,4 14 0,5 13 0,-1-34 0,2 1 0,1 3 1,0 2-1,1 4 0,0 0-334,1 3 1,0 0-1,-3-6 1,1-2-1,-2-1 1,1-1 0,-2-5-1,0-3 1,4 31-1,0-10 1,-3-9 0,2-11-1,2-14 1,0-10-1,-2-8 1,-1-4-3317,1-3 0,2-16 1,1-12 3125,1-15 0,-1-10 0,0-7 0</inkml:trace>
  <inkml:trace contextRef="#ctx0" brushRef="#br0" timeOffset="6">20300 2734 12563,'0'-72'0,"0"3"0,0 8 0,0 15 0,0 19 0,-2 22 0,-1 24 0,-2 21 655,2 16 0,1 5 1,2 9-1,0 5 0,0 4 1,0-37-1,0 0 0,0 2 1,0-1-1,0 0 0,0 0 1,0 37-1,2-5 0,3-5 1,4-2-253,4-6 1,1-12 0,1-12-1,-1-13 1,1-9 0,-1-8-1,0-8 1,1-8 0,-1-4-1,1-4 1,-1-4-692,0-3 0,5 0 1,1 1-1,-3 1 0,-1 3 1,0 2-1,0 2 1,0 1-1,-3 4 0,-2 2 1,-1 2-81,-1 1 0,-5 0 1,0 9-1,0 5 1,-1 3-1,3 1 0,1 0 1,0 1-1,1-2 1,2-2-1,0-3 759,-1-2 0,-1 1 1,3-4-1,-1 2 1,1-2-1,2-2 0,1 1 1,1 1-1,-1 4-2029,1 1 0,-1 0 0,0 3 0,1-3 1638,-1-2 0,7-1 0,1-5 0</inkml:trace>
  <inkml:trace contextRef="#ctx0" brushRef="#br0" timeOffset="7">21940 2360 7961,'-8'-42'841,"3"4"0,3 4 1,4 9-1,3 12 0,4 19 1,4 20-595,2 15 0,4 17 1,1 14-1,-8-31 1,-1 1-1,1 3 1,1 1-1,1 3 1,0 0-1,0-1 1,0 1-1,0 1 1,0-1-1,-2 1 0,0-1 1,-2 2-1,-1-1 1,-2-2-1,0 0 1,-2-4-1,0-2 1,-1 29-1,-2-15 1,-2-15-1,-2-10-307,-2-11 1,0-10 0,-3-7 0,0-8 0,6-9 0,4-8 0,6-6 0,6 0-1,4-1 1,5 0-298,3 0 0,2 2 1,0 3-1,-1 7 0,0 5 1,-3 8-1,-3 5 0,-2 7 1,-6 10-1,-4 7 0,-4 10 1,-3 5 599,-1 4 1,-9-3 0,-2-1-1,-6-3 1,-2-2 0,-4-3 0,-1-3-1,-4-5 1,-1-5 0,-3-5-1,-2-4 1,-2-5 55,2-4 0,6-2 1,4-4-1,1-6 1,5-7-1,5-6 0,6-3 1,5-3-1,5-2 1,6-2-1,9 2 0,8 0-299,9-1 0,11 2 0,3-4 0</inkml:trace>
  <inkml:trace contextRef="#ctx0" brushRef="#br0" timeOffset="8">22860 3626 7955,'-6'8'1478,"-3"-3"0,-4-4 0,0-2 0,3-4 0,4-6-693,0-7 1,4 2 0,-3-5 0,4 2 0,1-2 0,0 1 0,0-1 0,1 3 0,4 2 0,5 2 0,2-1 0,4 1-1606,3 0 1,4 6 0,6 1 0,1 2 0,2 1-1,3 0 1,0 1 0,1 0 0,-5-2 0,-2 2 0,-3 1-1,-4 1 387,-1-4 1,-8 2-1,-10-5 1,-6 1-1,-7 4 1,-4 2-1,-4 2 1,-1 4-1,0 5 1252,-2 2 0,5 3 0,-5 1 0,2 1 0,2 4 1,2 0-1,4 1 0,1-1 0,1 2 0,1-3 0,1 3 1,6-3-1070,4 1 1,0-2 0,8-4 0,4-2-1,2-4 1,3-4 0,-1-3 0,1-4-1,1-3 1,0-4 0,-3-4 0,-1-2-702,2 1 0,-4 0 0,1-1 1,-5 1-1,0 0 0,2 1 0,1 3 1033,1 5 0,-6 5 0,-1 5 0,-1 5 0,-4 3 0,-2 1 0,-1 2 0,2 1 0,1 3 0,4-3 0,1-1 0,3-1-1108,2-1 1,1-6 1025,0-3 0,1 3 0,-1 0 0</inkml:trace>
  <inkml:trace contextRef="#ctx0" brushRef="#br0" timeOffset="9">23537 3180 7955,'-15'-7'179,"6"6"0,-1-4 0,1 5 1,1 5-1,3 6 0,3 5 0,2 5 1,2 1-1,1 4 0,3 3-128,2 4 0,-3-3 0,5 4 1,-1-4-52,-1-1 0,5 0 0,-5 0 0</inkml:trace>
  <inkml:trace contextRef="#ctx0" brushRef="#br0" timeOffset="10">23695 3611 8646,'2'-14'0,"1"0"614,2-1 1,-1 1 0,-4 0-1,0-1 1,0 1 0,0-1 0,2 1-1,1 0 1,2-1 0,-2 1-1,-1-1-35,-2 1 0,6 0 1,2-1-1,2 1 0,-1-1 1,2 1-1,2 0 0,2-1 1,1 3-1,1 0 1,2 4-1,-1 2-665,-2 3 0,-2 1 0,-1 4 1,-2 4-1,-1 7 0,0 6 0,-2 3 1,-4 4-1,-1 0 0,1-1 1,0-1-1,1 2 190,2 1 1,-4-3-1,6-2 1,3-1-1,0-3 1,3-2 0,1-4-1,3-2 1,3-5-1,4-4 1,1-1 0,4-1-2426,-1-4 1,2-3 0,0-6 2320,1-1 0,7-6 0,-3-1 0</inkml:trace>
  <inkml:trace contextRef="#ctx0" brushRef="#br0" timeOffset="11">16401 8575 7968,'5'-14'307,"-1"0"1,1-1 0,0 1 0,0-1 0,-2 1-1,-1 0 1,-2-1 0,0 1 0,-2-1 0,-3 3 0,-4 2 251,-4 5 1,-2 4-1,-1 1 1,-1 0-1,-2 1 1,-1 6 0,0 6-1,-3 6 1,-1 3-1,0 5 1,0 4-1,0 4-1101,0 2 476,7-5 1,-2 8 0,7-7 0,4-1 0,2-3 0,3-4 0,3-4 0,5-5 0,4-8 0,6-5 0,4-3 0,3-1-1,2-6 1,0-5 0,0-8 0,0 0 0,-1-3 0,-3 2 0,-2 1 0,-2 2 0,-3 2 0,-2 3 0,-3 2 47,-2 2 0,4 7 0,-4 2 0,1 10 0,-1 6 0,-3 3 0,0 0 1,1 0-1,2 0 0,0-1-2674,1-2 0,4-7 1,-1-1 2691,2-1 0,3 4 0,-1-3 0</inkml:trace>
  <inkml:trace contextRef="#ctx0" brushRef="#br0" timeOffset="12">16760 8360 7968,'-12'-24'434,"0"3"1,3 3-1,-1 5 1,1 2-1,-1 3 1,-1 3-1,-2 5 1,0 5-1,2 6 1,3 5-90,2 4 1,-4 4 0,5-4-1,2 1 1,2 2 0,1-3 0,0 1-1,0-3 1,1-2 0,4-2 0,5 0-1,2-1-447,3-3 0,-6 3 1,1-5-1,1 1 0,0 1 1,1-1-1,-4 1 1,-2 0-1,-3 1 0,-1 2-1157,-2 1 0,-2 0 0,-3 1 0,-4-1 1259,-4 0 0,-1-6 0,-1-1 0</inkml:trace>
  <inkml:trace contextRef="#ctx0" brushRef="#br0" timeOffset="13">17048 8345 8804,'-14'-5'1129,"-1"1"1,1 0-1,0 4 1,-1 5-1,2 5 560,4 3-1697,2 1 0,9 0 0,3-1 0,4-2 0,4-3 1,2 0-1,-1 0 0,0 3 0,-1 2 0,-3 2 0,-5-1 1,-4 0-1,-1 1 0,0-1 0,0 1 0,-1-1 1,-4 0-1,-5 1 0,-3-1 0,-1 1 0,0-1-1570,-1 0 1,6-4 0,-1-2-1,0-3 1578,3-7 0,0-11 0,7-9 0</inkml:trace>
  <inkml:trace contextRef="#ctx0" brushRef="#br0" timeOffset="14">17250 8417 10317,'-15'0'313,"7"2"1,3 3 0,4 4-1,1 4 1,0 1 0,0 1-1,0-1 1,0 0 0,0 2-1,1 2-43,4 1 0,3-4 1,7-7-1,-1 0 1,2-2-1,2 0 0,2-2 1,1-3-1,0-1 1,-3-1-1,-3-4 1,0-5-47,-1-3 1,-6-1 0,-3 0 0,-3-1 0,-2 1 0,0-1 0,0-1 0,-2 0 0,-3 0-1,-4 4 1,-4-1 0,-2 0-1909,1-1 1,0 6 0,-1 3 0,1 3 1683,0 2 0,6 7 0,1 1 0</inkml:trace>
  <inkml:trace contextRef="#ctx0" brushRef="#br0" timeOffset="15">17911 8331 8897,'-9'-15'0,"-1"1"506,-1 0 0,3 1 0,-2 2 0,-2 3 1,-4 1-1,-3 4 0,-1 3 0,1 5 1,-2 6-1,1 5 0,-1 5 0,3 1 1062,2 4 0,7-4-1857,-1 2 1,7 0 0,-2 3-1,3-1 1,2-4 0,0 1-1,2-3 1,3 0 0,4-6-1,4-3 1,3-1 0,2-2 0,1-2-1,0-1 1,0 0 0,2-4 288,2-4 0,0-5 0,6-6 0</inkml:trace>
  <inkml:trace contextRef="#ctx0" brushRef="#br0" timeOffset="16">18027 8374 8082,'-5'-10'832,"0"1"1,-5 4 0,6-1 0,0 4 0,3 8 0,1 6 0,0 4-1,0 1 1,1 4-1013,4 1 0,-2-3 0,5 4 1,0-1-1,0-1 0,3 0 0,2-4 1,2-1 179,-1-1 0,7-1 0,1 1 0</inkml:trace>
  <inkml:trace contextRef="#ctx0" brushRef="#br0" timeOffset="17">18530 8360 7968,'-13'-10'0,"2"2"944,1 2 0,1-4 0,-5 5 0,-1 2 0,1 1 0,-1 4 0,3 3 1,0 4-1,3 4 0,-1 2 1673,2-1-2766,-5 7 1,12-5-1,-4 4 1,3 0 0,2-1-1,0-2 1,0-1-1,2-3 1,3-3 0,4-5-1,4-4 1,3-1-1,2 0 1,1 0 0,0 0-1,0-1 1,0-3 0,-1-2-1,-2 0 1,-2-1-1,1 4 1,-1 0-465,1-2 0,-6 3 0,1-2 1,1 2-1,2 4 0,1 2 1,1 6-1,-1 3-1403,0 1 1,-4-6 2015,-1-3 0,1-3 0,4-2 0</inkml:trace>
  <inkml:trace contextRef="#ctx0" brushRef="#br0" timeOffset="18">18746 8417 7968,'13'-9'276,"-2"1"0,-2 0 1,3 1-1,0-1 0,4 0 1,2-1-1,3-1 0,1 2 1,2 0-1,0 0-15,0-3 0,0 3 1,3 0-1,-1 0 1,-4 0-1,1-2 0,-4 1 1,-2 1-262,-4 1 0,-8-10 0,1 1 0</inkml:trace>
  <inkml:trace contextRef="#ctx0" brushRef="#br0" timeOffset="19">18947 7583 8559,'-6'-13'0,"-4"3"728,-3 5 0,4 5 1,1 7-1,2 9 1,2 11-1,3 11 1,1 9-1,0 5 1,1 6-1,4 4 1,5 6-1,1 2-746,-2 2 0,3-7 0,-6-2 0,0-4 0,2-5 0,0-6 0,2-9 0,0-9 0,-2-6 0,0-5 0,0-5-958,3-4 0,2 1 1,1-6-1,0-2 0,1-1 1,-1-4-1,1-1 0,1-3 1,3-2-1,3-4 984,0 0 1,4-3 0,-5 1 0,1-1-1,2 0 1,-1-3 0,-4-1 0,-3 1-1,-2 2 1,0 0 0,1-1 647,-1-3 0,-6 1 0,-5 6 0,-6 4 0,-6 4 0,-6 5 0,-2 6 0,-4 7 0,0 6 0,-1 4 0,1 2-247,0 3 0,4-4 1,5 0-1,4 1 0,2 1 1,3-2-1,1-4 0,5 0 1,5-3-1,8-2 0,7-4 1,7-2-2008,7-1 0,4-1 1598,3-7 0,-1 0 0,0 0 0</inkml:trace>
  <inkml:trace contextRef="#ctx0" brushRef="#br0" timeOffset="20">20631 8475 8008,'-5'-10'4162,"0"0"-3590,0 1 1,7 1 0,3 3-1,6 3 1,5 2 0,4 0 0,3 0-1,2 0 1,3 0 0,0-1 0,1-2-1,0-4 1,-2-1 0,-1-3 0,-6-2-913,-4-1 1,0-2 0,-11-2 0,-2-1-1,-1 2 1,-4 2 0,-4 4 0,-7 3 0,-6 2-1,-3 4 1,-2 5 0,0 8 269,0 7 0,6 4 0,-1 7 1,5 0-1,4 1 0,5 2 0,4 2 1,1-2-1,0-2 0,1-1 1,4-2-1,6-1-441,7-2 0,-1-11 0,6-1 0,-1-4 0,1-5 1,2-1-1,1-4 0,-1-4 0,-1-8 0,0-9 511,-1-4 0,4-8 0,-5-2 0</inkml:trace>
  <inkml:trace contextRef="#ctx0" brushRef="#br0" timeOffset="21">21077 7597 8093,'-18'-42'652,"2"4"1,3 6 0,0 6 0,1 7 0,-1 7 0,3 7 0,5 11 0,4 12-39,1 10 0,0 9 1,1 11-1,3 7 0,2 5 1,2 9-1,2 5 1,-2 4-1,-5-38 0,0 1 1,-1 2-1,1 1 0,-1 1 1,1 1-1,-2 0 1,1 1-940,-2-1 0,1 0 0,1-3 0,1-2 0,4 30 0,1-8 0,3-10 0,3-10 0,4-10 0,2-7 0,1-9 1,2-5-1,-3-9 0,3-6 325,-1-7 0,2-9 0,5-4 0</inkml:trace>
  <inkml:trace contextRef="#ctx0" brushRef="#br0" timeOffset="22">21335 8460 9749,'-6'0'584,"8"-1"1,9-3 0,6-2-1,3-2 1,-1-3 0,0-2 0,0-1-387,2-1 0,-7 1 0,2-2 1,-4-2-1,-3-1 0,-1 2 0,-5 2 1,-6 6-1,-6 4 0,-4 3 0,-2 4-31,1 3 1,0 9 0,-1 8 0,1 2 0,1 0 0,2 2 0,3 1 0,1 2 0,4 0 0,2-2 0,2-2 0,6-2-948,7-2 1,2-2 0,10-6 0,4-4 0,7-4 0,6-3 779,5-2 0,9-13 0,9-3 0</inkml:trace>
  <inkml:trace contextRef="#ctx0" brushRef="#br0" timeOffset="23">21983 8288 8093,'-14'0'0,"-2"0"611,-4 0 1,4 0 0,-3 1-1,3 4 1,2 6 0,1 5 0,3 5-1,6 1 1,2 4 0,2 1 0,2 0-1,2-1-565,6-2 1,4-7-1,4 3 1,3-4-1,1-4 1,4-2-1,-1-5 1,1-4-1,-2-1 1,1-1-1,3-2 1,-1-5-47,-3-5 0,3-5 0,-5-11 0</inkml:trace>
  <inkml:trace contextRef="#ctx0" brushRef="#br0" timeOffset="24">22141 8273 8093,'0'-9'537,"2"-1"0,3-1 0,4-2 0,6 0 0,2 2 0,4 3 1,3 2-1,5 1 0,4 0-291,4 0 0,1-4 0,4 2 0,-4 1 0,-4-2 0,-4 2 0,-1-2 0,-2 1 0,-3-1-246,-5 0 0,-3-1 0,-1-6 0</inkml:trace>
  <inkml:trace contextRef="#ctx0" brushRef="#br0" timeOffset="25">22328 7424 8093,'-19'-14'671,"0"0"0,4 6 0,6 3 0,-1 5 0,2 5 0,3 7 0,4 9 0,1 11 0,0 8 0,0 10 0,1 6 0,3 6-422,0 5 0,8 5 1,-3 3-1,4 2 1,1 0-1,1-2 1,-1-3-1,1-7 1,-3-6-1,0-6 1,-1-6-1,3-8-249,4-5 0,7-10 0,-2-3 0</inkml:trace>
  <inkml:trace contextRef="#ctx0" brushRef="#br0" timeOffset="26">22673 8503 8093,'0'-9'1055,"0"-1"0,0-1 1,0-2-1,0-1 1,0-1-1,0 1 1,0-2-1,0-1-667,0-3 1,0-5-1,0-1 1,2-4-1,1-4 1,4 2-1,1 2 1,3 3-1,2 3 1,1 5-1,0 4 1,1 6-10220,-1 4 9629,1 3 1,-1 2 0,0 0 0</inkml:trace>
  <inkml:trace contextRef="#ctx0" brushRef="#br0" timeOffset="27">22932 8259 16180,'-4'9'0,"-1"1"0,3 1 0,4 2 79,3 1 1,6-1 0,-3-2 0,1-3 0,1 0-1,1-1 1,2 1 0,1-2 0,1 1-80,-1-4 0,1-2 0,-1-1 0</inkml:trace>
  <inkml:trace contextRef="#ctx0" brushRef="#br0" timeOffset="28">23450 8187 8093,'8'-10'896,"-3"1"1,-5-1 0,-5 2 0,-4 5 0,-6 5 0,-2 6 0,-4 3-133,-1 5 0,2 6 0,-2-1 0,1 1 0,4 2 0,1 0 0,3-1 0,3-1 0,6-1 1,2 0-1,2-4 0,2-1-706,2-2 1,4-1 0,8-2 0,2-3 0,3-1 0,1-4 0,4-1 0,2-2-59,6 0 0,-4 0 0,6 0 0</inkml:trace>
  <inkml:trace contextRef="#ctx0" brushRef="#br0" timeOffset="29">25033 8302 7957,'-13'-14'553,"4"-1"0,-9-2 1,4 1-1,-4 4 0,-3 3 1,-3 2-1,-5 1 0,-3 3-166,-1 1 0,-1 4 0,6 3 1,0 4-1,4 4 0,5 1 1,5 1-1,6-1 0,9 1 1,11-3-1,8 0 0,6-4 0,4 0 1,2 0-1,2 1-1669,-1-1 1178,7 5 0,-14-5 0,1 8 0,-4 2 1,-6 1-1,-1-2 0,-3 1 0,-3-1 1,-7 3-1,-6-1 0,-10 0 0,-10 0 1,-10-1-1,-6-4 0,-1-3 0,4-3 1,1-1-1,3-4 0,3-1 0,5-4 1,6-3 103,7-4 0,5-11 0,6-2 0</inkml:trace>
  <inkml:trace contextRef="#ctx0" brushRef="#br0" timeOffset="30">25119 8259 9210,'0'14'373,"0"1"1,2 1 0,3 1 0,4 4-1,4 0 1,1 1 0,1 1 0,-1 0-1,-1 1 1,-2-1-3908,-1-2 3534,-7-2 0,10-5 0,-5 1 0</inkml:trace>
  <inkml:trace contextRef="#ctx0" brushRef="#br0" timeOffset="31">25723 8230 7949,'-6'-14'429,"-4"-1"0,-2 2 0,-3 2 0,1 3 0,-2 2 0,-2 3 0,-2 1 0,-3 2 0,-2 2 0,-3 4 0,0 7 0,-1 4 0,0 3 0,2-1 1,5 0-1,6 0-278,4 2 1,9-5 0,-2 5 0,4-2 0,2 0 0,4-3 0,5-3 0,4-3 0,4-1 0,1 1 0,0-2 0,0-2-220,0-3 0,5 0 0,-4 1 0,-1 2 0,0 2 0,0 3 0,-1 2 0,-2 3 0,-2 3 0,1 5 1,-1 3-1,-1 4 243,-4 2 1,3 4 0,-8 8 0,1 1 0,0 4 0,0-1 0,-4 1 0,-4-4 0,-8-1-1,-5-2 1,-6-1 0,-4-4 97,-4-4 0,-9-6 0,1-2 0,-2-5 0,2-4 0,4-5 0,4-4 1,1-7-1,3-4 0,7-8 0,9-7-2438,7-6 0,3-5 1,2-4-1,3-5 2165,4-4 0,4-14 0,1-3 0</inkml:trace>
  <inkml:trace contextRef="#ctx0" brushRef="#br0" timeOffset="32">25882 8345 8577,'0'15'511,"0"-1"0,5 0 1,-1 2-1,1 2 0,0 1 1,0-1-1,-2-2 0,-1-2 1,-2 0 306,0 1 1,-2-7 0,-1-5 0,-2-6 0,2-8 0,1-5 0,2-5 0,2-2-1,3-2 1,4-1 0,4 1-972,1 1 1,2 1-1,2-1 1,1 5-1,-1 3 1,-2 3-1,-2 4 1,0 6-1,-1 6 1,-3 8-1,-5 7-624,-4 6 0,4 3 1,0 2-1,-2-1 1,0 1-1,2 0 0,5-2 1,4-3-1,5-5 1,5-4-1,5-6 0,4-4 777,6-3 0,2-15 0,3-3 0</inkml:trace>
  <inkml:trace contextRef="#ctx0" brushRef="#br0" timeOffset="33">26558 8316 7993,'0'-20'680,"0"-4"1,-2 3 0,-1 2-1,-5 3 1,-3 3 0,-7 3 0,-1 5-1,-3 4 1,-1 2 0,-1 6-1,0 6 1,2 6-82,1 3 1,2 1 0,5 2-1,1-2 1,3-1 0,6-1 0,2 0-1,2-4 1,0-1 0,2-3-1,2-4 1,6-2-697,3-1 1,3-4 0,1 1 0,4-5-1,0-4 1,1-2 0,-1-2 0,1 1-1,-1 1 1,0 2 0,-3 2 0,-2 3-344,-2 1 1,0 0 0,1 0-1,-1 1 1,0 4 0,-1 5-1,-2 2 1,-3 3 0,0-1-1,-1 1 1,1-1-458,0 0 1,0-4 0,3-2 0,-1-2 0,2-2 0,4-3 896,4-1 0,5-6 0,-3-2 0</inkml:trace>
  <inkml:trace contextRef="#ctx0" brushRef="#br0" timeOffset="34">26932 7208 7988,'-14'-22'741,"4"3"1,0 11 0,1 10 0,1 12 0,3 15 0,3 12 0,2 14 0,0 10 0,0 14-1,0-36 1,0 1-293,0 4 0,0 0 1,0 2-1,0-1 1,1 1-1,0 0 1,0-1-1,1-1 1,1-1-1,1-1 1,-1-2-1,2-2 0,4 32 1,1-12-1,-1-11 1,3-4-1,0-9 1,3-6-2868,-1-10 0,2-6 1,2-6-1,4-5 2418,5-4 0,-1-14 0,9-3 0</inkml:trace>
  <inkml:trace contextRef="#ctx0" brushRef="#br0" timeOffset="35">27364 8158 7988,'-21'-6'738,"0"-1"1,-5-2 0,4 4 0,1 3 0,4 2 0,1 0-1,3 2 1,3 3 0,6 4 0,4 4-276,4 2 0,6-1 0,8 0 1,2 1-1,1-1 0,1 2 1,-1 2-1,0 1 0,-3 0 0,-2 0 1,-4 0-1,-2-1-849,-5-2 0,-4 3 0,-2 2 0,-6 0 0,-7-1 0,-8-2 386,-6-2 0,-7-2 0,-2 1 0</inkml:trace>
  <inkml:trace contextRef="#ctx0" brushRef="#br0" timeOffset="36">28716 7151 8460,'0'-14'0,"0"-1"290,0 1 1,-2 6 0,-1 5 0,-5 7 0,-3 14 0,-8 16 0,-7 20 0,8-17-1,-2 3 1,-4 8 0,-2 3 0,-5 8 0,-2 2 0,-4 6 0,-2 2 0,10-20-1,-1 0 1,-1 1 0,-1 1 0,-1 0 0,1-1 0,-1 1 0,0-1 0,1-1-1,1-2 1,1-1 0,0-1 0,-11 17 0,2-1-493,5-8 0,1-2 1,4-7-1,2-2 0,7-4 1,2-1-1,-16 34 202,4-4 0,1-13 0,0 2 0</inkml:trace>
  <inkml:trace contextRef="#ctx0" brushRef="#br0" timeOffset="37">28802 8173 8072,'-9'-15'532,"-1"1"0,5 6 0,-3 1 123,2 1 0,3 6 1,6 0-1,2 8 0,-2 5 1,-2 1-1,-1 2 0,-1 3 1,-4 5-1,-4 3 0,-4 4 1,-2 2-1,1 6 0,0 2 1,1 2-185,3 1 1,2-1 0,5-2 0,0-2 0,4-6 0,9-4 0,9-5 0,12-5 0,8-4 0,9-6 0,4-4 0,2-3-1169,2-2 0,-3-2 0,-4-3 1,-4-4-1,-10-4 0,-8-2 1,-9 1-1,-7 0 0,-8-1 1,-8 3 696,-9 2 0,-19-3 0,-12 5 0</inkml:trace>
  <inkml:trace contextRef="#ctx0" brushRef="#br0" timeOffset="38">28716 8532 8433,'6'-14'496,"2"4"0,8 1 0,3-3 0,5 0 1,5-3-1,3 1 0,3-1 0,1 1 1,-1 1-1,-3 2 0,-2 2-1272,-1-3 1,-8 4 775,-7-1 0,-6-1 0,-8-4 0</inkml:trace>
  <inkml:trace contextRef="#ctx0" brushRef="#br0" timeOffset="39">28773 8216 8021,'0'-23'542,"2"4"1,4 3 0,9 2 0,7-2 0,7-2 0,5 1 0,4 2 0,4 4-1,2 1 1,3 1-372,1-1 1,-2 7-1,-6-2 1,-3 4-172,-2 1 0,-2 6 0,-4 2 0</inkml:trace>
  <inkml:trace contextRef="#ctx0" brushRef="#br0" timeOffset="40">29565 8072 8019,'-5'-18'895,"0"4"1,-6 3 0,1-2 0,-2 5 0,-3 8 0,2 9 0,1 11 0,-1 7 0,-3 6 0,0 4 5757,0 3-6639,2 2 1,-1 6-1,1 0 1,-1-2 0,3-1-1,2-4 1,5-1 0,5-3-1,5-2 1,6-4 0,8-6-1,10-7 1,8-7 0,6-6-1,5-4 1,3-1 0,2 0-1,-2-1 1,-1-6 0,-6-5-1,-2-8 1,-7 0 0,-3-1-1251,-5 3 1,-12-3 0,-3 2 0,-4 0 0,-4 0 0,-4 0 1235,-5 1 0,-16 2 0,-9 2 0</inkml:trace>
  <inkml:trace contextRef="#ctx0" brushRef="#br0" timeOffset="41">29407 8403 8598,'3'-13'618,"6"2"1,10 3-1,7 0 1,4 0-1,4-3 1,4-2-1,2 0 1,-1 2-619,-6 1 0,-2-6 0,-3-6 0</inkml:trace>
  <inkml:trace contextRef="#ctx0" brushRef="#br0" timeOffset="42">29493 8086 8350,'19'-22'0,"3"1"447,6 0 1,-1 7 0,11-2 0,4 5-1,4-1 1,8 1-448,7 2 0,-2-4 0,5 5 0</inkml:trace>
  <inkml:trace contextRef="#ctx0" brushRef="#br0" timeOffset="43">30629 7942 8089,'-1'-28'535,"-2"0"0,-4 4 1,1 5-1,-2 3 1,0 3-1,-3 4 1,-4 2-1,-2 3 1,-4-1-1,0 3 1,-1 5-1,-1 9 1,-4 4-1,-3 4-80,-4 3 1,1 2 0,4 7 0,0 2 0,0-1 0,1 3 0,0 2-1,4 2 1,7 0 0,4-2 0,5 2 0,2 0-398,2-1 1,4-4 0,5-6 0,6-1 0,5 1-1,5-2 1,2-3 0,2-5 0,2-3 0,4-1 0,1-2-1,1-2-75,-1-2 1,3-5 0,-1 0 0,-2-2 0,-2-2 0,-1-2 0,0-2 0,-2-6 0,-1-3 0,-2-1 0,1-1-1,1 1 169,-2 0 0,-4-2 0,-5-2 1,-1-1-1,1 1 0,-3 2 1,-2 2-1,-4 0 0,-1-1 1,0 1-1,-2-1 592,-1 1 0,-2 4 0,0 1 0,-2-1 1,-1 1-1,-3 1-607,-2 1 1,3 2 0,-5 5 0,-1 0 0,-2 0 0,-1 0 0,-2 0-138,-3 0 0,3-4 0,-3-1 0,1 2 0,-1 1 0,-4 2 0,-5 0 0</inkml:trace>
  <inkml:trace contextRef="#ctx0" brushRef="#br0" timeOffset="44">16775 9856 8029,'-23'-8'940,"3"-3"0,7 4 0,5 1 0,8 0 6106,8 2-6781,11 3 1,10 1 0,9 0 0,7-2-1,6-1 1,7-3 0,1-1 0,2-1 0,-1 2-1,4-2 1,0 0 0,-1-2 0,-8 1 0,-5 1-1,-7 0 1,-6 1-266,-8 1 0,-7-12 0,-7 2 0</inkml:trace>
  <inkml:trace contextRef="#ctx0" brushRef="#br0" timeOffset="45">17149 9108 8029,'-29'-15'983,"2"3"0,3 2 0,5 8 0,4 12 0,6 16 0,4 14 0,3 11 0,2 6 0,2 7 0,1 8-365,2 8 1,0-36 0,1 2 0,-2-2 0,0 1 0,0-2-1,0-1 1,3 36 0,-3-6 0,1-5 0,-2-8 0,1-9 0,-1-12-1,3-6 1,1-5-3896,-1-3 0,5-3 0,-1-8 2671,3-3 1,7-10 0,3-8-1</inkml:trace>
  <inkml:trace contextRef="#ctx0" brushRef="#br0" timeOffset="46">17322 9942 8029,'-15'16'0,"1"3"433,-1 5 1,7-1 0,4 1 0,2 1 0,5 1 0,5-2 0,10-5 0,7-5 0,11-4 0,3-5 0,5-4 0,-3-2 385,-2-4 0,1-9 0,-5-10 0,0-3 0,-2-2 1,-5-2-1,-9-1 0,-6-1 0,-5-1 0,-2 1 0,-3 1 1,-3 3-266,-5 3 1,-4 9 0,-10-2-1,-5 4 1,-4 6 0,0 4-1,-1 3-554,0 2 0,0 13 0,1 3 0</inkml:trace>
  <inkml:trace contextRef="#ctx0" brushRef="#br0" timeOffset="47">18832 9180 6378,'7'-8'1830,"-6"0"-607,4 3 1,-2 3 1378,2-2-1972,-3 2 0,4 4 0,-4 1 0,1 3-393,2 2 0,-1-3 0,-4 4 1,2 3-1,1 2 0,2 4 1,0 2-1,0 4 0,-1 5 1,1 6-418,2 7 0,-6-1 1,4 11-1,-4-1 1,-1 2-1,0 3 1,0-1-1,0-3 1,0-6-1,0-4 1,0-2-1,0-4-94,0-1 0,0-7 1,0-9-1,0-3 0,0-2 1,2-1 302,3-3 0,-4-10 0,6-10 0,-1-4 0,2-4 1,2-3-1,-1-1 0,3-2 0,0 0 0,1 0 1,-2 0-1,-1 0-30,1 0 0,2 6 0,0-1 0,-2 3 0,-1 2 1,-1-1-1,1 3 0,-1 2 0,3 8 0,-1 9 15,-2 7 0,2 9 0,-6-3 0,0 3 0,0 2 0,0 3 0,-1 0 0,1-1 0,0-1 1,0-4-1,1-1 0,2-3-1050,0-2 0,5-3 0,-3-2 0,2-3 0,4-2 1036,4-3 0,-4-7 0,4-4 0</inkml:trace>
  <inkml:trace contextRef="#ctx0" brushRef="#br0" timeOffset="48">19451 9755 8123,'-15'0'392,"6"0"0,1 2 0,0 3 0,1 6 0,1 5 0,3 3 1,1 0-1,4 0 0,3 2 0,3 2-353,0 2 1,6-4 0,-1-2-1,4-5 1,3-2 0,-1-4-1,0-2 1,-1-3 0,-1-1-1,1-2 1,1-2 0,-2-3-233,-1-4 1,-1-6-1,-2-2 1,-2-4-1,-3 0 1,0-1-1,-2 1 1,2 0-1,-1 4 1,-1 1-1,-1 0 1,0-2-3998,-1-1 4190,1 0 0,2 4 0,1 1 0</inkml:trace>
  <inkml:trace contextRef="#ctx0" brushRef="#br0" timeOffset="49">19767 9813 7642,'0'24'58,"0"-2"0,2-1 1,1-2-1,2 0 0,-2 0 1,0-1-1,1-2 0,2-2 1,0 1-1,2-2 421,0-4 1,-3 2 0,3-7-1,-2-8 1,-2-7 0,-3-6-1,-1-3 1,0 0-246,0-4 0,2-2 1,1 1-1,3 1 1,1-2-1,1 0 0,0 1 1,1 2-1,1 3 1,0 2-353,1 2 1,2 8 0,-1 5-1,0 8 1,-3 9 0,1 8-1,-1 6 1,-1 0 0,0 1-1,-1 0 1,-1-2 0,-1-1-20,1-2 0,-4-7 0,4 2 0,1-4 0,2-9 0,4-9 1,0-11-1,-2-7 304,-1-5 0,-1 4 1,6-2-1,-1 0 1,-1 0-1,-2 2 0,-1 1 1,-1 3-1,1 4-179,-1 4 0,-5 12 1,0 11-1,-2 6 0,-2 2 1,0-1-1,0 0 0,0-1 1,0 0-1,2-2 1,2-1-1,6-3-2182,3-3 1,-2 1 0,2-6 2193,3-2 0,8-1 0,-2-2 0</inkml:trace>
  <inkml:trace contextRef="#ctx0" brushRef="#br0" timeOffset="50">20631 9683 7642,'-21'-6'406,"5"3"0,-3-5 0,3 1 0,1 4 1,-1 3-1,-1 5 0,-3 6 0,4 7 1,4 6-1,4 3 0,0 2-323,0-1 0,5-4 0,-2 0 1,5 0-1,5-1 0,3-3 1,1-2-1,1-2 0,1-5 1,2-3-1,1-5 0,2-1-244,3-2 1,-3-6-1,3-4 1,-3-3-1,-1-3 1,-1-1-1,1-2 1,-1 1-1,0 2 1,1 2 0,-3-1-1,0 1 77,-3-1 0,-4 7 1,5 4-1,1 2 1,0 4-1,-1 2 0,-4 6 1,-1 3-174,0 1 1,6-1-1,-3-2 1,1-3-1,-1 0 1,0-1 0,0 1-1,4-2 1,0 0 754,3-3 0,-1-1 1,-1-4-1,-4-2 0,-2-6 1,-2-3-1,-1-3 0,1-1-202,2-2 0,-4-1 0,6 6 0,1 0 1,0-1-1,-2 1 0,0 1 0,-2 2 1,2 3-1,0 1 0,3 4-281,2 2 0,-3 7 0,-2 4 1,0 2-1,0 4 0,3 2 1,0 1-1,0-1 0,-3-1 1,0 1-1,0 1 0,3-1-2693,2-2 1,1-2 2677,1 0 0,-1 1 0,1-1 0</inkml:trace>
  <inkml:trace contextRef="#ctx0" brushRef="#br0" timeOffset="51">22141 9108 7640,'-5'-43'885,"1"1"1,0 5-1,3 8-429,1 9 1,1 23-1,3 14 1,2 15-1,2 13 1,2 6-1,-1 9 1,1 5 0,1 5-1,2 1 1,1-4-1,-1-3 1,-2-3-1,-1-1 1,-1-4-1,1-3-1918,-1-8 1333,-5-10 1,2-6 0,-4-12 0,1-7 0,3-10 0,2-10-1,5-7 1,5-6 0,4-1 0,2 0 0,0 0 0,1 2 0,3 3-1,0 3 1,0 3 0,-4 4 0,-5 4 0,-3 5 0,-3 5 0,-4 4-1,-4 5 192,-3 6 1,-4 0-1,-4 6 1,-7-2-1,-6 2 1,-4 1-1,-2 0 1,-3-1-1,0-4 1,-1-1 0,2-4-1,1-2-197,2-6 1,2-2 0,-2-7 0,3 0-1,2-2 1,1-4 0,5-7 0,7-5 0,4-1-1,4 0 1,4-2-153,9-1 1,6 3 0,7-4-1,1 2 1,2 4 0,1 1 0,1 1-1,-1 3 1,-2 0 0,-1 4 0,0 2-1,-2 3 270,-3 1 1,2-3 0,-7 1-1,-2 0 1,-1 3 0,-1 1-1,-2-2 1,-2-1 0,-3-3-1,-2-2 403,-3-3 0,-1 3 0,-4 0 1,-2 1-1,-6 4 0,-3 1 1,-1 6-1,-1 4 0,1 6 1,0 3-326,-1 4 0,7 0 0,4 5 1,2-2-1,2 0 0,2 0 0,2-2 1,6-1-1,4-4 0,5-1 0,5-1 1,4-3-1928,0-2 0,3-4 1,1-6 1864,1 0 0,1-6 0,-5-2 0</inkml:trace>
  <inkml:trace contextRef="#ctx0" brushRef="#br0" timeOffset="52">23004 8993 7640,'-14'-23'659,"1"2"0,4 10 0,4 6 0,3 13 0,2 12 0,0 12 0,2 6 0,1 8 0,3 4-408,2 4 0,2 2 0,4 3 0,1 2 0,-1 3 0,1 0 0,-3 0 0,0-5 0,-5-5 0,0-6 0,-2-4 0,-1-6-860,1-4 0,0-10 0,-3-7 0,1-9 0,3-11 0,1-10 0,1-4 1,-2-3 414,0 1 0,4-2 0,-5 4 0,0-2 0,-1 1 0,3 2 0,1 3-175,3 4 0,0 4 0,0 8 0,-3 3 0,0 2 1,0 4 368,4 0 0,0 3 0,3-1 0</inkml:trace>
  <inkml:trace contextRef="#ctx0" brushRef="#br0" timeOffset="53">23623 9626 7640,'-6'-15'916,"-4"1"0,2 4 1,-2 1-1,-1-1 1,-2 2-1,-1 3 1,0 4-697,-1 1 1,-1 6 0,-1 4 0,-2 4 0,1 5-1,2 4 1,2 1 0,1-2 0,3 0 0,5-1 0,4 0-1,1-3 1,0-2 0,1-4 0,4 0 0,5-4-569,3-2 0,6-1 0,0-5 0,0-2 0,0-3 0,0-4 0,1-4 0,-1-1 0,0-1 0,-1 1 0,-2 1 0,-2 2 489,0 1 1,-4 7 0,0-3 0,1 1-1,0 2 1,0 3 0,-3 4 0,-1 4-1,-3 5 1,1 3 0,0 3-882,-2-1 0,0-2 0,1-2 1,0 1-1,1-1 740,1 1 0,2-1 0,7 0 0</inkml:trace>
  <inkml:trace contextRef="#ctx0" brushRef="#br0" timeOffset="54">23839 9611 7640,'-15'-9'1638,"3"2"0,4 6 0,8 7-1394,8 5 0,4 4 0,1 1 0,-2 1 1,-1 2-1,1-1 0,0-2 0,1-2 1,-4 1-1,0-1 0,-2 1 0,2-1-604,0 0 1,-3-4 0,4-2 0,2-2 0,2-2 0,2-3 0,-3-4 0,0-5 0,-3-8 0,1-3 655,-2-2 1,5-5 0,-4 2 0,4-3-1,0-2 1,-2 1 0,-1 1 0,1 1 0,2 4-1,-1 1 1,-2 3 0,-4 2-6063,1 2 5766,-6 6 0,12-5 0,-5 5 0</inkml:trace>
  <inkml:trace contextRef="#ctx0" brushRef="#br0" timeOffset="55">24285 9611 7640,'-15'0'1459,"6"0"1,2 2-1,4 3 1,6 3 0,2 1-1639,2 1 1,2-1-1,-4 6 1,-2-1-1,-1 1 1,-2-1-1,1 0 1,3 1-1,0-1 179,0 1 0,-3-1 0,-1 0 0</inkml:trace>
  <inkml:trace contextRef="#ctx0" brushRef="#br0" timeOffset="56">24601 9554 13126,'-14'0'294,"1"1"0,2 3 0,3 2 0,0 2 0,2 3 0,-2 2 0,1 3 1,-1 2-1,2 2 0,-1 1 0,4 1 0,2-1 0,1 2 0,0-3 0,0 1-268,0-3 1,1-2 0,4-2 0,6-1 0,5-3 0,5-6 0,0-2 0,1-4 0,-1-2 0,1-6 0,1-3 0,1-3 224,-2-3 1,-1-3 0,-7-7 0,-1 0 0,-2 0 0,-3 0-1,-1 2 1,-4 2 0,-3 2 0,-5 3 0,-5 2 0,-4 4-1304,-5 4 1,8 4-1,-4 6 1,4 1 0,3 4-1,3 5 1052,4 2 0,1 3 0,0-1 0</inkml:trace>
  <inkml:trace contextRef="#ctx0" brushRef="#br0" timeOffset="57">24947 9784 8046,'-15'0'1112,"6"0"0,1-2 0,0-1 0,1-3 0,1-2 1,3-3-1,1-2 0,2-2-293,0 1 0,0 0 0,2-2 0,1-2 0,3-1 1,1 1-1,1 2 0,0 2 0,3 0 0,2 1 0,1 2 1,2 3-888,3 1 0,-3-2 0,5 4 0,-2 0 0,0 0 0,0 0 0,1 2 0,-1 2 0,0 1 0,0 0 0,0 0 68,-1 0 0,-2 0 0,-2 0 0</inkml:trace>
  <inkml:trace contextRef="#ctx0" brushRef="#br0" timeOffset="58">16386 12388 7679,'10'-5'600,"0"2"0,-1 5 0,-1 6 0,-1 5 0,-3 3-61,1 3 1,2-2-1,-4 7 1,2 2-1,-2 3 1,0 4 0,0 6-1,2 4 1,-2 3-1,-1 4 1,-4 1-1,-3 3-1223,-4 2 61,-4-5 0,-1-3 1,1-9-1,2-7 0,1-7 1,0-6-1,1-6 623,-1-8 0,7-13 0,-3-14 0</inkml:trace>
  <inkml:trace contextRef="#ctx0" brushRef="#br0" timeOffset="59">16286 12431 7679,'0'-16'287,"1"-1"0,2-2 0,4 1 1,1 2-1,3 2 0,3-1 0,6 1 1,4 0-1,3 1 0,3 3-62,4 5 0,-2 4 0,4 1 0,-2 0 0,-5 1 0,-5 6 0,-3 6 0,-4 6 0,-2 3 0,-6 4 0,-4 1 1,-5 2-315,-5-1 1,-8 1-1,-7 0 1,-1 0-1,-2 0 1,3-2-1,-3-3 1,2-5-1,1-3 1,2-3-1,2-4-948,2-4 0,1-5 0,3-6 1,6-9-1,2-7 1037,2-5 0,6-2 0,2 0 0</inkml:trace>
  <inkml:trace contextRef="#ctx0" brushRef="#br0" timeOffset="60">16919 12547 7679,'-15'6'795,"1"-4"1,1 1 0,2-5 0,3-4 0,2-2 0,2-5 0,3-3 0,1-5-1,0-1-475,0-4 0,0 4 0,1-1 1,4 3-1,5 2 0,3 0 0,3 3 1,1-1-1,4 4 0,0 4 1,1 5-1,0 0-927,4-2 1,1 4-1,2-4 1,0 3 0,1 2-1,2 0 1,2-1-1,-2-3 1,-2-2 0,-3 0-1,-3-2 1,-5 0 928,-3-4 1,-3 4 0,-3-1 0,-7-1 0,-6 2-1,-7 3 1,-3 4 0,-1 1 0,0 0 0,-1 0-1,1 3 48,-1 7 1,6-1-1,1 12 1,0 0 0,1 1-1,1 2 1,3 0-1,1 0 1,4 0 0,1-2-1,5-1 1,3-2-2665,5 2 1,3-10-1,1 2 1,4-5 2293,3-5 0,8-1 0,2-2 0</inkml:trace>
  <inkml:trace contextRef="#ctx0" brushRef="#br0" timeOffset="61">17739 11611 8278,'-7'-19'0,"-1"0"983,0 1 0,0 9 0,5 7 0,-2 10 0,4 13 0,2 11 0,4 11 0,-2 8 0,1 5 0,-1 3-745,2 4 0,-1-3 1,-2 6-1,1 0 0,4-4 1,1-3-1,3-8 1,2-6-1,3-8 0,1-7 1,4-8-1,0-6-979,-1-8 0,0-4 0,-6-6 0,-1-3 0,-4-6 0,-4-7 0,-3-6 0,-2-3 1,0-1-1,-2 0 0,-3 3 0,-4 2 1177,-4 3 0,-1 5 0,-1 7 0,-1 2 1,-1 3-1,-4 1 0,0 4 0,-1 2 1,1 8-1,0 5 0,4 7 0,1 3-704,1 2 0,7 5 0,3-1 0,4-2 0,1-4 0,1-5 1,4-1-1,5-3 0,4-4 0,4-4 0,3-6 268,1-2 0,2-2 0,5 0 0</inkml:trace>
  <inkml:trace contextRef="#ctx0" brushRef="#br0" timeOffset="62">18170 12244 7679,'-14'0'1138,"0"0"0,1 2 0,3 3 0,5 4 0,4 4 0,2 2-803,4-1 0,2 0 0,4 1 0,-3-1 0,0-1 0,-2-2 0,2-1 0,0 1 0,3 0-335,2-1 0,2-10 0,-1-8 0</inkml:trace>
  <inkml:trace contextRef="#ctx0" brushRef="#br0" timeOffset="63">18429 12158 8611,'-1'8'607,"-2"-2"0,-4-1 0,-1 2 0,-1 1 0,-1 1 0,2 1 0,0-1 1,2 3-1,-2 0 0,1 3-651,1-1 1,1 1-1,5-1 1,0 0-1,0 1 1,2-1-1,2-1 1,6-4-1,3-4 44,1-3 0,1-2 0,-1 0 0</inkml:trace>
  <inkml:trace contextRef="#ctx0" brushRef="#br0" timeOffset="64">18588 12187 7679,'9'0'573,"1"0"0,1 0 1,2-2-1,1-1 0,2-2 1,3 0-1,4 1 1,2-3-1,2 1 0,4-2-1175,-1 0 0,-1 3 0,-3-3 1,-6 0 601,-4 0 0,2-2 0,-10-4 0</inkml:trace>
  <inkml:trace contextRef="#ctx0" brushRef="#br0" timeOffset="65">18775 11597 7679,'-20'-5'937,"3"2"0,4 5 1,7 9-1,4 9 0,2 11 1,2 6-1,1 6-266,2 3 0,4 13 1,-2-1-1,-1 1 0,0 0 1,-2-3-1,-3-2 1,-1-2-1,0-4 0,2-7 1,1-7-1,3-7-5587,2-3 1,2-8 4761,4-2 1,1-6-1,-1-8 1</inkml:trace>
  <inkml:trace contextRef="#ctx0" brushRef="#br0" timeOffset="66">18990 12072 7679,'0'14'186,"-1"-4"0,-2-1 0,-2 2 0,2 4 0,1 2 0,2 4 1,0 0-1,0 1 0,0 1 0,0 1 0,0 0-370,0 0 1,0-7 0,0 2 0,0-3 0,2-1 0,2-2 0,6-4-1,1-6 1,0-7 183,-1-11 0,0 1 0,4-13 0,0 4 0</inkml:trace>
  <inkml:trace contextRef="#ctx0" brushRef="#br0" timeOffset="67">19264 12129 10190,'-5'10'0,"0"-1"0,2 3 0,1 0 0,2 3 411,0-1 0,0 1 0,0-1 0,2 0 0,1 1 1,2-1-1,0-1 0,0-2 155,-1-1 0,1-5 0,-3 3 1322,3-2 1,-2-1-1985,6-5 0,-4 0 1,5 0-1,1 0 1,0-2-1,0-1 1,-1-2 278,1 2 1,-3 1 0,2 1 0,1-2 0,2-4 0,1-1 0,0-1 0,-1-1 0,-2 0 118,-1-1 0,-2-2 0,2-1 1,-6 0-1,-2-1 0,-2 1 0,0-1 1,-2 1-1,-1 0 0,-3 1-1849,-2 3 1,3-1-1,-3 5 1,0-1-1,2-1 1547,-1 0 0,-4-1 0,3-6 0</inkml:trace>
  <inkml:trace contextRef="#ctx0" brushRef="#br0" timeOffset="68">19911 12057 7679,'-14'-6'1227,"1"1"1,3 0 0,6 12 880,2 9-1889,8 6 1,-2 7-1,4-2 1,0-1-1,-2-2 1,0 1-1,-1 1 1,0-1 0,0-2-1,-2-2 1,-3-5-1,-5-7 1,-3-9-1,0-9 1,5-9-1,5-8 1,6-4 0,3-5-1,5 0 1,1-2-1,4 2 1,2 0-1,0 4 95,1 6 1,-6 4-1,1 8 1,-3 3-1,-1 7 1,-1 6-1,-1 9 1,-4 5 0,-4 7-1,-3 5 1,-2 3-1,0 1-5230,0-1 1,0-3 4759,0-5 1,6 3-1,2-4 1</inkml:trace>
  <inkml:trace contextRef="#ctx0" brushRef="#br0" timeOffset="69">21738 12230 7679,'0'-14'136,"0"-1"1,0-1-1,0-1 1,0-3-1,0 1 1,2 0-1,1 0 1,2 0-1,-2 0 1,-1-1-1,-2 3 1,0 1-1,-2 1 1,-3 3 677,-4 2 1,-6-1 0,-4 6 0,-5 3 0,-3 7 0,-2 10 0,-1 9 0,-2 6 0,-2 5 0,2 2 0,4 3 0,4 1-800,4 3 1,11-8 0,4-2-1,3-5 1,2-5 0,4-7 0,4-4-1,8-5 1,4-2 0,8-4 0,2-7-1,3-8-165,-1-4 0,-3-7 0,-3 3 0,-4 0 0,-1 1 0,-3 2 0,-2 2 0,-2 2 1,0-1-166,1 1 0,-7 14 1,-2 8-1,-1 8 0,0 3 1,-2 0-1,0 0 1,0 1-1,4-3 0,1-1 315,3-3 0,2-2 0,1 3 0</inkml:trace>
  <inkml:trace contextRef="#ctx0" brushRef="#br0" timeOffset="70">22242 12029 8457,'-15'-13'613,"1"3"1,-2 2-1,-1 5 1,-3-2-1,3 2 1,1 1 0,0 2-1,-2 0 1,-1 2-1,0 3 1,0 6 0,-1 5-1,3 5 1,1 0-1,3 1 1,4-1-317,4-1 1,3 6 0,2-4 0,2 2 0,3-1 0,4-2 0,4-4 0,1-1 0,2-1 0,2-3 0,3-2 0,-1-4-5214,1 1 1,3-6 4877,-5 4 0,7-3 1,-4-2-1</inkml:trace>
  <inkml:trace contextRef="#ctx0" brushRef="#br0" timeOffset="71">22760 12029 7704,'0'-15'417,"-2"6"1,-1-1-1,-3 0 1,-1 1 149,1-1 1,-1 7 0,4-3 0,-3 1 0,-2 0 0,-3 2-1,-2 1 1,-2 2 0,1 0 0,-2 0 0,-3 2 0,-5 3 0,-2 4-1,1 4 1,1 1 0,-2 2 2988,-1 4-3727,5-4 0,1 9 1,7-4-1,-1 0 0,1 1 1,1-1-1,3 1 1,6-1-1,4 0 0,4-4 1,6-1-1,4-1 1,4-1-1,3 1 0,1-1 1,4-1-1,1-2 1,2-2-1,-1 1 0,1-2 1,0-3-1,0-4 1,-1-1 170,1 0 0,0 0 0,0 0 0</inkml:trace>
  <inkml:trace contextRef="#ctx0" brushRef="#br0" timeOffset="72">23019 12057 7679,'-15'-4'760,"1"-3"1,0 1-1,-1-1 1,2 6-1,2 4 1,3 7 0,2 4-259,3 5 1,1-1 0,4 4 0,1 0 0,3 1 0,2 2 0,3 1 0,1 0 0,0-4-1,1 0 1,3-2 0,0-3-256,0-4 1,-1-4-1,-1 1 1,0-5-1,1-4 1,-1-1-1,0 0 1,1-1-1,-2-6 1,-2-5-1,-2-7 1,1-4-416,-2-2 1,-2-1 0,-4 0 0,1 2 0,2 0-1,-2 2 1,-1 3 0,-2 3 0,0 1 0,0 1 167,0 0 0,0 6 0,0 1 0</inkml:trace>
  <inkml:trace contextRef="#ctx0" brushRef="#br0" timeOffset="73">23436 12288 10150,'-14'-5'446,"-1"0"1,6-5 0,1 4 0,1-2 0,4-3 0,1-2-1,2-1 1,0-2 0,0-2 0,0-3 0,2-1 0,3-4 0,4 1-1,4-1 1,2 4 0,-1 1-841,0 3 1,-4 4 0,0 4 0,1 6-1,2 2 1,1 2 393,0 0 0,7 0 0,1 0 0</inkml:trace>
  <inkml:trace contextRef="#ctx0" brushRef="#br0" timeOffset="74">23896 12029 7679,'0'-15'1631,"0"6"0,0-1 1,0-1 4232,0-2-5780,0 5 1,-6 3 0,-4 8-1,-2 4 1,-1 1 0,0 3 0,2 2-1,-4 1 1,1 1 0,-4 1-1,2 1 1,0 4 0,4 0 0,1 1-1,3-1 1,1 1 0,4-1-1,1 0 1,2-4 0,0-1 0,2-3-1,3-2-435,4-1 1,4-7 0,1 2 0,2-3 0,2-4 0,1-3 0,0-4-1,1-4 1,-1-3 0,-2-2 0,-1-1 0,-3 1 778,-3 2 0,1 2 1,-5 1-1,1 2 1,1 5-1,-2 4 1,0 8-987,-2 6 1,-3 4-1,-1 1 1,2 2 0,1-1-1,3-2 1,2-3 0,4-2-1,0-3 1,4-2 557,4-2 0,2-3 0,7-1 0</inkml:trace>
  <inkml:trace contextRef="#ctx0" brushRef="#br0" timeOffset="75">24386 12072 7679,'-5'-10'815,"0"1"1,0-1 0,0 0 0,-1 1 0,-2-2 0,-3-1 0,-2 3 0,-1 4-296,-1 3 0,1 4 0,-1 4 0,1 7 0,0 6 0,-2 4 0,0 2 0,0 2 0,4 2 0,4 0 0,5-2 0,2-1-905,1-2 0,1-5 0,4 3 1,5-2-1,4-6 0,5-4 1,4-4-1,1-3 0,0-1 1,0-4-1,0-3 0,0-3-3473,1 0 0,-4-4 3858,-2 2 0,3-9 0,1-4 0</inkml:trace>
  <inkml:trace contextRef="#ctx0" brushRef="#br0" timeOffset="76">24688 11971 7679,'0'-14'3276,"0"4"1,1 2 0,4 3-2663,5 7 0,2-1 1,3 9-1,-1 3 0,1 3 1,-1 3-1,0 0 1,1 2-1,-1 1 0,0 2 1,1-1-1,-2-1 0,-2-1 1,-2 1-1,1-1 1,-2 0-2197,-3-4 0,1-1 0,-1-1 0,-2-1 0,0-1 0,1-5 1582,0-8 0,1-13 0,-5-9 0</inkml:trace>
  <inkml:trace contextRef="#ctx0" brushRef="#br0" timeOffset="77">25105 11928 7679,'-2'-13'819,"-3"3"0,2 4 0,-5 8 0,2 2 0,1 8 1,-1 5-1,-4 7 0,-3 5 0,-1 5 0,-2 6 0,-3 7 1,-7 11-329,-6 8 1,14-29-1,-2 2 1,-4 3-1,0-1 1,-2 4-1,-1 0 1,-1 3-1,-1 0 1,-2 1-1,1 1 1,-1 0-1,1-1 1,2-2-1,0-1 1,4-5-1,0-1 1,-14 29-1,9-10 1,8-6-2382,5-5 1,8-5 0,2-3 0,1-3 1889,0-2 0,-6-1 0,3-6 0</inkml:trace>
  <inkml:trace contextRef="#ctx0" brushRef="#br0" timeOffset="78">18127 11928 7679,'-9'-15'1256,"-1"1"1,2 0 0,-2-1 0,4 2-1,3 5-4307,3 8 3051,-3 7 0,22 7 0,-3 1 0</inkml:trace>
  <inkml:trace contextRef="#ctx0" brushRef="#br0" timeOffset="79">19048 11885 7679,'0'-15'3095,"0"1"-1789,0 0-1306,0 6 0,-6 8 0,-2 8 0</inkml:trace>
  <inkml:trace contextRef="#ctx0" brushRef="#br0" timeOffset="80">26184 12201 7679,'-15'5'143,"1"0"0,0-2 0,-1-1 0,3-1 0,0 2 0,3 4 1,-2-1-1,-2 2 0,0 0 0,2 2 152,1-2 1,5 6 0,-3-1 0,2 5 0,3-1-1,1-1 1,2-2 0,2-1 0,3-2 0,6-3 0,5-1-1,5-4 1,-1-3 0,3-5 0,-2-3-53,-1 0 0,-1-9 0,-4 2 0,-1-1 0,-1-1 0,-3-1 0,-6-1 0,-2 0 0,-2 0 0,0-1 0,0 3-4255,0 1 4012,0 1 0,0 1 0,0 0 0</inkml:trace>
  <inkml:trace contextRef="#ctx0" brushRef="#br0" timeOffset="81">26486 12388 7869,'0'-14'626,"0"-1"0,-2-1 0,-1-1 0,-2-2 0,1 0 0,-1-1 0,0 0 0,2-1 1,1 0-1,2 3 0,0 2 0,0 0-427,0-3 0,2 8 1,3-2-1,4 5 1,4 5-1,3 1 1,2 2-1,2 0 1,3 0-1,2 2 1,2 1-200,2 2 0,6 6 0,2-3 0</inkml:trace>
  <inkml:trace contextRef="#ctx0" brushRef="#br0" timeOffset="82">28284 11856 7078,'8'-14'0,"-3"-1"79,-3 1 0,-1 4 0,3 1 0,0-3 0,0 0 0,-3-3 0,-1 1 0,-1 1 351,-4 3 0,2-2 1,-5 2-1,0-3 0,0 0 1,-4 2-1,0 3 0,-3 0 1,1 2-1,-2-1 0,-2 4 1,-3 2-1,-1 1 0,-4 1 1,-1 4-1,-1 6-90,-1 7 1,5-1 0,1 7 0,3 0 0,4 0 0,4-1 0,8-1-1,2-1 1,2 0 0,2-4 0,2-2 0,6-6-444,3-4 0,1-3 0,2-2 0,2 0 0,1-2 0,-1-1 0,-2-4 0,-4-1 0,0-1 0,-4-1 0,-1 1-1046,1-2 1,-4 3 0,2 0 0,-1 0 1148,0 0 0,6 4 0,-3-2 0</inkml:trace>
  <inkml:trace contextRef="#ctx0" brushRef="#br0" timeOffset="83">28788 11511 7679,'0'-15'548,"1"1"1,3-1 0,-1 4 0,-6 8 0,-10 13 0,-11 12 0,-8 13-210,-6 13 0,-17 11 0,24-21 0,-2 1 0,-3 2 0,-1 1 0,-4 3 0,0 1 0,-1 3 0,-1 0 0,1 1 0,0 1 0,1-3 0,2 1 0,3-3 0,2-1 0,4-5 0,2-2 0,-15 26 0,14-14-1095,13-10 1,3-5 0,8-8 0,4-3-1,4-6 1,8-5 755,7-4 0,17-12 0,10 1 0</inkml:trace>
  <inkml:trace contextRef="#ctx0" brushRef="#br0" timeOffset="84">28414 12316 7679,'-24'7'264,"1"1"1,3 3 0,2 2 0,4 4 0,4 2 0,5 4 0,4-2 0,4-1 0,5-2 0,8-2 259,5-2 0,7-4 0,8-2 1,-1-2-1,0-4 0,-3-5 0,-2-7 1,-1-3-1,-2-3 0,-3-1 0,-6-4 1,-7-1-583,-6-4 1,-4 0-1,-1 1 1,-1 3 0,-4 1-1,-6 3 1,-5 2 0,-3 3-1,1 4 1,2 4 57,2 3 0,-7-4 0,-1-2 0</inkml:trace>
  <inkml:trace contextRef="#ctx0" brushRef="#br0" timeOffset="85">30025 12259 8340,'-14'-10'0,"-2"1"476,-3-3 0,1 6 1,-6 1-1,-3 4 1,-4 1-1,-2 0 1,1 3-1,2 5-250,1 6 0,2 5 1,3 1-1,4 2 1,6 2-1,4-2 1,6-1-1,2-3 1,4-2-1,2-2 1,6 0-1,4-1 0,6-3 1,4-5-1,3-4 1,2-1-388,-1 0 0,1-6 0,-2-2 0,-1-2 0,-4 1 1,-1-3-1,-5 0 0,-3-3 0,-5 1 0,-2-1 0,-3 1-492,-1 0 1,-4 1-1,-2 2 1,-6 3 0,-3 1-1,-1 4 653,-1 2 0,1 7 0,0 2 0</inkml:trace>
  <inkml:trace contextRef="#ctx0" brushRef="#br0" timeOffset="86">30212 12446 8522,'5'-15'0,"0"-1"709,-2-3 1,-1 3 0,-2-5-1,0 2 1,0-1 0,0-1-1,-2-2 1,-3 1 0,-6-4-1,-5-2 1,-3-4 0,1-4-329,2 0 1,7-7-1,1-7 1,1-1 0,6-2-1,4 2 1,8 1 0,7 4-1,6 3 1,4 8 0,6 6-1,4 8-1525,4 5 1,6 0-1,1 11 1,3 2-1,2 2 1,0 2-1,2 6 1144,2 7 0,-10 7 0,8 7 0</inkml:trace>
  <inkml:trace contextRef="#ctx0" brushRef="#br0" timeOffset="87">30025 12172 7987,'16'-6'261,"3"-2"0,7-2 0,7 1 0,11-2 0,8-2 1,9-2-1,6 1 0,5 1 0,3 4 0,2 4-261,-2 3 0,-8 2 0,-3 0 0</inkml:trace>
  <inkml:trace contextRef="#ctx0" brushRef="#br0" timeOffset="88">20947 13453 7987,'2'-27'632,"2"3"0,-2 3 0,3 5 0,-5-2 0,-3-1 1,-4 3-1,-1 4 0,-3 4 5522,-2 1-6135,-8-4 0,4 9 0,-7-1 1,-2 6-1,-1 7 0,-2 4 0,1 5 1,-1 5-1,2 4 0,3 0 1,6 1-1,5 0 0,5 0 0,2-2 1,3-1-1,4-4 0,7-1 1,8-2-1,7-2 0,9-1 0,9-4 1,10-4-20,5-5 0,8-2 0,2-1 0</inkml:trace>
  <inkml:trace contextRef="#ctx0" brushRef="#br0" timeOffset="89">21292 13424 8493,'-19'-9'514,"0"-1"0,0 7 0,3-2 0,-2 3 1,-1 2-1,0 2 0,0 3 0,-1 6 1,3 5-1,3 5 0,2 1 0,4 2-265,2-1 1,1-1 0,5-5 0,2 3 0,4-3 0,7-1-1,6-3 1,2-3 0,1-6 0,-1-2 0,1-2 0,-1-2-423,0-2 0,-3-4 1,-7-7-1,-3 1 1,0-1-1,-2 1 1,1 0-1,-3-1 1,1 1-1,0 0-7466,-2-1 7639,5 1 0,0 6 0,6 1 0</inkml:trace>
  <inkml:trace contextRef="#ctx0" brushRef="#br0" timeOffset="90">21465 13698 7987,'0'-15'571,"0"1"0,0-1 0,0 1 0,0 0 0,0-1 1,0 1-1,0-1 0,-2 1 0,-1 0 29,-2-1 1,1-4 0,4 0 0,0 1-1,0 2 1,1 2 0,2 0 0,4 1-1,1 2 1,5 3 0,3 1 0,3 4-9557,-2 1 8956,6 9 0,-1 1 0,7 6 0</inkml:trace>
  <inkml:trace contextRef="#ctx0" brushRef="#br0" timeOffset="91">21825 13755 8337,'-10'-19'0,"2"0"792,2 1 1,-4 1-1,5-1 1,2-3-1,1-1 1,2-2 0,0 0-1,0 2 1,0-1-1,0 2 1,2-1-1,3 1-752,4 0 0,1 4 0,3 6 0,3 3 0,0 1 0,1 4 0,1 1 0,3 2 0,0 2 0,1 3 0,0 4 0,4 4-860,1 2 1,0-6 0,-1 1 0,-2-1 0,1 1-1,3-2 1,0-2 0,1-2 0,0-3 0,-2-1 0,-1-1-1,-4-3 739,-1 0 1,-2-6-1,-5 4 1,-1-2 0,-2-4-1,-3 0 1,-1-3-1,-6 2 1,-4 2 863,-6 2 0,-4 5 0,-2-2 0,1 1 1,-2 0-1,-2 2 0,-1 2 0,2 1 0,1 0 1,0 0-1,-2 1-266,-1 4 1,-5 1-1,5 6 1,1-3-1,1 1 1,-1-1 0,-1 1-1,1 1 1,4 2-1,3 1 1,3 1 0,1-1-474,4 1 1,1-1-1,2 2 1,2 1-1,4 3 1,7-3-1,6-1 1,2-3 0,2-2-1,-1-1 1,4-1-1,-1 1-1333,-1 0 1,2-6 0,-6 4 0,3-1-1,2-4 1,3-1 0,-1-2 1288,-3 0 0,9 0 0,-2 0 0</inkml:trace>
  <inkml:trace contextRef="#ctx0" brushRef="#br0" timeOffset="92">22673 13439 7987,'-12'-10'0,"0"2"568,3 2 1,-1-4 0,-4 5 0,0 2-1,-1 3 1,1 6 0,-1 7 0,1 5-1,1 1 1,4 2 0,2 1 0,2 2-204,1 0 0,-1-6 1,6 1-1,3-3 1,2-2-1,2 1 1,3-3-1,4 0 1,2-4-1,4-2 1,0-3-1,1-1-2797,0-2 0,-4 0 0,1-2 2432,-3-3 0,5-3 0,1-6 0</inkml:trace>
  <inkml:trace contextRef="#ctx0" brushRef="#br0" timeOffset="93">22702 13482 11745,'15'0'0,"-1"-2"0,0-1 0,1-3 0,-1-1 0,1 1 0,1 1 0,1 0 0,4 0 0,1 1 403,4-3 0,6 6 0,3-6 0,2 2 1,3 1-1,0-1 0,-2 0 0,-3 0 1,-1 0-404,-1-1 0,1-2 0,-5-6 0</inkml:trace>
  <inkml:trace contextRef="#ctx0" brushRef="#br0" timeOffset="94">23091 12921 7987,'-15'-10'0,"1"2"679,0 2 0,4 1 1,2 8-1,2 7 0,2 9 1,3 8-1,1 8 0,1 7 1,3 6-1,2 3 0,2 3 1,2 2-493,-2 2 0,0-1 0,-5-1 0,2-5 0,-1-7 1,1-9-1,0-5 0,-2-3 0,0-3 0,2-6-187,5-7 0,2-11 0,3-8 0</inkml:trace>
  <inkml:trace contextRef="#ctx0" brushRef="#br0" timeOffset="95">23263 12806 7999,'-9'-15'520,"1"1"0,0 1 0,1 5 0,3 10 0,4 12 0,4 12 0,4 9 299,4 6 0,-1 2 0,0 13 0,-3 5 0,0 3 1,-2 6-1,1 2 0,-3 0 0,1-6 0,0-5 0,-2-5 1,0-4-1202,2-4 1,-2-11 0,5-8-1,-1-8 1,-2-7 0,1-4-1,4-6 1,2-2 381,3-2 0,-1-13 0,1-3 0</inkml:trace>
  <inkml:trace contextRef="#ctx0" brushRef="#br0" timeOffset="96">23522 13482 7999,'0'-10'648,"0"1"0,0-3 0,0 0 0,2-1 0,1 2 0,3 3 444,2 1 0,2 2 0,4 5 0,1 0 1,-2 2-1,-2 3 0,-2 4 0,3 4 1,0 2-1230,3-1 0,-1 0 0,-1 1 0,-2-1 0,-1 2 0,1 2 0,0 1 1,0-2-1,-1-1 0,1-1 137,2-1 0,8 1 0,1-1 0</inkml:trace>
  <inkml:trace contextRef="#ctx0" brushRef="#br0" timeOffset="97">23911 13424 9400,'-2'-6'944,"-1"7"0,-3 12 0,-2 11 0,-4 8 0,-2 8 1,-5 8-1,-5 8 0,-3 8-593,-2 6 0,-6 1 0,16-32 0,-1 2 0,-1-1 0,-1 0 0,-1-1 0,0 0-351,0 0 0,-2 0 0,-5 0 0,-1-1 0,2-2 0,-1 0 0</inkml:trace>
  <inkml:trace contextRef="#ctx0" brushRef="#br0" timeOffset="98">25119 13611 8724,'0'-14'745,"0"-1"0,2 3 0,3 5 1,4 10-1,4 12-487,1 6 1,2 7 0,2 9 0,3 3 0,1 7 0,2 0-1,0 5 1,-2-3 0,-2 2 0,-6-1 0,-4-1 0,-4-4-1,-4-5 1,-6-6 0,-7-5 0,-6-5-475,-7-5 0,-4-5 1,0-4-1,-1-5 1,0-5-1,0-5 1,2-6-1,2-7 1,4-6-1,3-5 1,7-4-1,1-6 627,2-2 0,5-9 0,-1-3 0,4-3 0,4-1 0,7-1 1,5 1-1,5 1 0,2 3 0,4 5 0,5 5 0,6 6-876,4 8 0,-1 9 0,-1 10 1,-1 5-1,-1 5 0,0 5 1,-1 6-1,-2 7 0,-4 6 1,-6 3-1,-6 2 0,-3-1 142,-1 1 1,-7 0 0,-3 0 0,-5 0 0,-5-2 0,-6-2 0,-5-2-1,-5-2 1,-2-6 0,-1-3 0,0-8 0,0-2 594,-1-2 0,3 0 0,-1-2 0,2-2 0,4-6 0,1-3 1,1-3-1,3-3 0,2-3 0,5-2 0,4 0 0,1 0-807,0 1 1,1 1-1,4 6 1,6 0 534,7 3 0,4 2 0,7-3 0</inkml:trace>
  <inkml:trace contextRef="#ctx0" brushRef="#br0" timeOffset="99">25738 13755 8011,'-5'-14'662,"0"-1"1,-1 1 0,3 0 0,-2-1 0,2-1 0,1-1-1,2-3 1,0 3 0,0 1 0,0 0 0,0-2 0,0-1-164,0 2 1,0 5 0,0 3 0,2-1 0,2 1 0,6 1 0,3 1 0,1 4 0,1 3 0,1 5 0,1 3-1200,2 0 1,5 5-1,-3-5 1,3 1-1,5 1 1,3-1 0,0-1-1,-2-3 1,-1-2-1,0 0 1,0 2 0,-2-2 634,-3-1 1,-4-8-1,-5-4 1,-2-3 0,-4-1-1,-6 0 1,-6-1 0,-6 2-1,-4 4 1,-2 2 667,1 1 0,0 4 0,-1-1 1,-1 5-1,-1 4 0,-2 2 1,3 5-1,3 3 0,3 3 1,1 0-1,1 0 0,3 2-870,3 2 1,2-6 0,0 2 0,0-1-1,2 0 1,3 1 0,6-2 0,6-2-1,7-4 1,5-3 0,3-2 266,2-2 0,12-3 0,-1-1 0</inkml:trace>
  <inkml:trace contextRef="#ctx0" brushRef="#br0" timeOffset="100">26615 12993 8011,'0'-37'819,"0"3"0,0 5 0,0 5 0,-1 7 0,-2 7 1,-2 12-1,2 11 0,1 11 0,2 8 0,0 8 0,2 4 1,1 6 7596,2 1-8520,6 2 1,-8 8 0,5-4 0,0-4-1,-2-4 1,2-1 0,-1-1 0,1-4-1,-2-5 1,1-4 0,-4-5 0,0-5-1,0-8 1,0-10 0,-3-11 0,-4-8 0,-6-4-1,-4-2 1,-6 1-516,-2 2 1,-2 3-1,-5 4 1,1 4 0,0 3-1,3 2 1,1 2 0,0 3-1,1 6 1,4 5 0,3 5-1,3 1 482,4 4 0,3 1 0,6 0 1,0-1-1,1-4 0,4-1 0,4-5 1,6-3-1,4-6 0,5 0 0,3-4 1,2-1 136,0-2 0,6 0 0,2 0 0</inkml:trace>
  <inkml:trace contextRef="#ctx0" brushRef="#br0" timeOffset="101">26932 13554 8011,'-8'-15'1013,"3"1"1,2 4-1,0 4 1,-2 4-1,2 10 1,1 8-1,2 7 1,0 1-949,0 0 0,0-2 0,0 4 1,0-4-1,0 0 0,0-1 0,2 0 1,1-3-1,3-2 0,4-2-65,6 0 0,5 1 0,8-1 0</inkml:trace>
  <inkml:trace contextRef="#ctx0" brushRef="#br0" timeOffset="102">27464 13554 8727,'-9'-13'758,"-1"3"0,1-2 1,-6 4-1,1 0 1,-1 3-1,1 3 0,-2 2 1,-2 2-1,-2 4 1,-1 7-1,2 6 1,4 2 3297,4 0-4241,1 4 1,2-7-1,4 4 1,2-1 0,2-3-1,0-2 1,0-2-1,2 0 1,2 1 0,6-2-1,4-4 1,4-4-1,3-3 1,1-2 0,2 0-1,0 0 1,0 0-1,0 0 185,-1 0 0,4-7 0,-5-1 0</inkml:trace>
  <inkml:trace contextRef="#ctx0" brushRef="#br0" timeOffset="103">27522 13597 7096,'0'-15'421,"5"6"1,1-1-1,2-1 1,5 0-1,3 0 1,5 3-1,1 1 1,4 3-1,1-1 1,3 0-201,4 2 1,-2-4-1,4 3 1,1 0-1,-2 1 1,0 0 0,-3-2-222,-1 2 0,-2-11 0,-1-2 0</inkml:trace>
  <inkml:trace contextRef="#ctx0" brushRef="#br0" timeOffset="104">27795 12949 8066,'-8'15'798,"2"1"0,6 5 1,0 9-1,0 13 1,0 11-1,0 9 0,0 2 1,0 2-1,0-1 1,0-4-1,1-4-831,4-5 1,-3-10 0,3-10-1,-4-4 1,1-3 0,3-4-1,4-3 1,4-6 0,1-6-1,1-6 1,1-1-788,3 0 1,-2-6 0,7-4 0,2-3 0,3-1-1,3 0 1,1-1 0,-1 1 0,-3 1 0,-5 2 0,-3 1-1,-2 1 1213,0 1 1,0-5-1,-4 3 1,-2-3 0,-2 1-1,-3 0 1,-2 3-1,-1-2 1,0-2 456,0-1 1,-1-1 0,-4 1 0,-1 1 0,-4 3 0,-5 6 0,-2 4 0,-4 4-1,-2 8 1,-1 4-403,1 3 0,4 2 0,3-4 1,3 2-1,0 0 0,1 1 0,1-1 1,3-2-1,1-1 0,4-1 0,2-1 1,8-1-1463,5-3 0,6 1 1,5-6-1,1-2 1,2-2-1,1-1 1,1 0-1,-1 0 1014,-2 0 0,-1-6 0,0-2 0</inkml:trace>
  <inkml:trace contextRef="#ctx0" brushRef="#br0" timeOffset="105">28773 12806 8066,'-12'-15'691,"1"2"0,3 5 0,1 8 0,4 10 1,1 9-1,2 10 0,0 8 0,0 6 36,0 5 1,0 1-1,0 6 1,2-4 0,1 0-1,2-1 1,0 1 0,0-3-1,-1-2 1,1-8-1,0-4 1,0-8-1196,-2-4 1,0-4 0,0-10 0,2-8-1,-2-8 1,-1-5 0,-4-2 0,-1 1 305,-2 0 1,-8-4 0,1 2 0,-6 5-1,-1 3 1,-2 5 0,-1 1 0,-2 2 0,0 2-1,0 2 1,1 8 0,4 4 562,3 3 1,2 5 0,1-3 0,4 1 0,4 2 0,3-2-1,4-1 1,3-2 0,4 0 0,4-1 0,1-2 0,2-3-1785,3-4 0,-1 7 1,6-4-1,2-1 1383,1 2 0,8-1 0,2 3 0</inkml:trace>
  <inkml:trace contextRef="#ctx0" brushRef="#br0" timeOffset="106">29795 12777 8161,'0'-23'597,"0"4"0,0 3 0,0 2 0,0 4 0,2 10-84,2 15 0,-2 17 1,4 11-1,1 9 0,1 9 1,1 6-1,1 5 1,0 3-1,-3 2 0,0-2 1,-2-3-1,-1-6 0,0-7 1,-3-8-1,-1-8-705,0-11 1,2-14 0,3-15 0,4-6 0,6-8-1,2-4 1,4-1 0,0 4 0,0 0-143,-4 4 0,-1 2 0,-6 8 0,-9 2 0,-12 4 0,-10 2 0,-7-1 0,-4 3 582,0 0 0,1 1 0,3-3 0,-1-4 1,2-1-1,3 0 0,4-2 0,4-1 0,4-4 1,2-3-555,5-4 0,10-3 1,5 1-1,4 2 0,4-1 1,2 2-1,3 2 1,4 1-1,3-1 0,4-1 1,-2 1-1,0 3-93,1 1 1,-2-3-1,4-1 1,-2-1 0,1-1-1,-2 2 1,-2-2-1,-1 0 1,-2-3 0,-3-2-1,-4-1 927,-4-1 1,-9 1-1,-3-1 1,-8 3 0,-5 2-1,-4 5 1,-3 4 0,-1 1-1,-3 1 1,3 4-1,1 5 1,1 2-193,1 3 0,1 4 0,4 2 0,4 0 0,3-1 0,2 0 0,0-1 0,0 0 0,2-2 0,3-1 0,4-3 0,6-2-2294,4-1 0,3-5 0,7 3 1,0-2 1957,-1-3 0,1-7 0,0-4 0</inkml:trace>
  <inkml:trace contextRef="#ctx0" brushRef="#br0" timeOffset="107">30572 12676 8302,'-5'-32'526,"0"3"0,-1 12 0,3 5 0,-2 16 1,2 15-1,1 11 0,2 10 0,0 7 1,0 5-1,0 6 0,0 4 161,0 5 1,0 5 0,0 3 0,0 2 0,0-2 0,0-3-1,-2-5 1,-1-7 0,-2-11 0,2-12 0,2-10-664,1-8 1,1-12 0,4-11 0,5-8 0,4-6 0,5-1 0,5-2 0,3 0 0,1-1 0,-3 1-110,-1 0 1,-6 2 0,1 6 0,-5 2 0,-3 3 0,-3 3 0,-1 9 0,-4 7 0,-1 6 0,-2 3-631,0 0 1,-5 1-1,0 5 1,0-4-1,0 1 1,1-3 0,0 1-1,4-3 1,5-2 714,5-2 0,9 0 0,3 1 0</inkml:trace>
  <inkml:trace contextRef="#ctx0" brushRef="#br0" timeOffset="108">31162 13467 8043,'-8'-14'624,"-3"0"1,4-1 0,-1 2 0,-3 4 0,-2 4 0,-1 3 0,-1 2 0,1 2 0,0 4 0,-1 7 267,1 5 1,4 1 0,2-3-1,2 2 1,3 1 0,1-2 0,2-1-1,0-1 1,2-3-932,2-2 0,0-4 1,5-6-1,2 0 1,2-1-1,2-4 1,-1-5-1,0-1 1,1 0-1,-1 3 0,1 0 1,-1 2-441,0-1 0,-4 3 0,-2 2 0,0-1 0,0-2 0,1 3 1,-1 6-1,-1 4 0,-2 1 0,-1 1 0,1 1-455,2 2 1,-6-4 0,6 1-1,-3 1 1,3 2 0,1 1-1,3-1-1106,2-3 0,1-10 2040,1-10 0,-1-9 0,0-4 0</inkml:trace>
  <inkml:trace contextRef="#ctx0" brushRef="#br0" timeOffset="109">31378 13467 10053,'-15'8'1034,"7"5"0,5-5 1,5 2-1,4-2 1,0 0-1,2-2 1,0 2-1,2 0 0,-1 2-525,1-2 1,0 4 0,4-4 0,0 0 0,1-3 0,-1-3 0,1-2 0,-3-2-400,-2-3 0,3-3 0,-5-8 0,1-1 0,1-2 1,0 0-1,-1-1 0,-1 0 0,0-1 0,-1 0 1,1 3-1,-2 2-5026,0 2 1,1 0 4720,-3-1 1,4 1 0,7-1 0</inkml:trace>
  <inkml:trace contextRef="#ctx0" brushRef="#br0" timeOffset="110">31852 13381 9602,'15'0'988,"-3"2"1,-2 2 0,-5 6 0,-4 3 0,-1 1 0,0 1 0,0-1-1654,0 0 0,-1 1 1,-2-1-1,-2 2 0,0 0 1,0 0 664,0-3 0,-6-2 0,3 3 0</inkml:trace>
  <inkml:trace contextRef="#ctx0" brushRef="#br0" timeOffset="111">32111 13323 8188,'-14'8'390,"-1"-1"1,1-2-1,0 1 1,-1 2-1,3 3 1,0 2-1,3 1 1,-1 1-1,2-1 1,3 2-1,4 2 1,1 1-1,0-1 226,0-2 0,6-4 0,4 0 0,3-4 0,1-2 0,2-3 0,1-1 0,4-2 0,0 0 1,0 0-1,-2 0 0,0-2-574,0-3 0,1-3 1,-8-6-1,0 0 1,-4-1-1,-2 1 1,-3-2-1,-1-2 0,-4-1 1,-3 1-2501,-4 2 0,-4 4 1,-1 2-1,1 7 2297,3 6 0,-3 5 0,5 6 0</inkml:trace>
  <inkml:trace contextRef="#ctx0" brushRef="#br0" timeOffset="112">32313 13554 8188,'14'-2'527,"-1"-3"0,-4-4 1,-4-4-1,-3-1 0,-2-1 1,0 1-1,0-1 118,0 1 1,0 0 0,0-1 0,0 1 0,0-1-1,0 1 1,0 0 0,0-1 0,0 1 0,1 1-1,4 2 1,3 1-2195,0-1 0,7 3 0,-3 0 0,6 0 1,1 2-1,2-2 1549,3 0 0,9 5 0,4-4 0</inkml:trace>
  <inkml:trace contextRef="#ctx0" brushRef="#br0" timeOffset="113">32715 13208 10430,'-14'-12'0,"0"2"0,-1 5 0,1 4 504,0 1 1,6 1 0,3 4 0,3 5 0,2 2 0,2 1 0,1-2 0,3-1 0,2 3 0,4 3-205,0 3 1,3 0-1,-1-5 1,0 1-1,-1-1 1,-2 1-1,-1-1 1,0 0-1,-2 1 1,-2-1-1,-1 1 1,0-1-544,-2 0 0,-3-4 0,-5-2 0,-6-2 0,-5-1 0,-5 0 1,-1 0-1,-5-2 0,-4-1 0,-4-2 243,-2 0 0,-1 0 0,-5 0 0</inkml:trace>
  <inkml:trace contextRef="#ctx0" brushRef="#br0" timeOffset="114">31780 12820 8264,'-6'-14'717,"6"-1"1,0 2 0,8 2-1,5 3 1,1 2 0,1 3-1,-1 1 1,0 2 0,1 0-1,-1 2-717,0 2 0,1 4 0,-1 7 0</inkml:trace>
  <inkml:trace contextRef="#ctx0" brushRef="#br0" timeOffset="115">14631 15568 8264,'-1'-14'668,"-4"-1"1,2 6 0,-7-1 0,-1 1 0,-2 1 0,-3 3-126,-3 3 1,3 2 0,-5 2 0,0 3 0,-3 4 0,-3 5 0,-2 6-1,1 4 1,0 3 0,3 2 0,3 1 0,-1 2 0,2 3 0,2 0-1,5 0 1,4-3-674,4-1 0,1-7 0,5-2 0,2-1 0,4-3 0,7-2 0,6-4 1,3 0-1,4-4 0,1-2 0,3-3 0,2 0-1275,2 2 1,1-3 0,-3 2-1,2-2 1,-1-2 0,1 0-1,-1 0 1310,-1 0 1,5 0 0,0 0-1</inkml:trace>
  <inkml:trace contextRef="#ctx0" brushRef="#br0" timeOffset="116">14962 15683 8264,'-6'-14'123,"-4"-1"1,4 6-1,-1-1 1,3 2-594,-1 5 1266,0-2 1,5 13 0,2-5 0,1 1 6982,2-6-7580,-1 2 1,-4-8-1,-1 5 1,-2-4-1,-4 1 1,-1 0-1,-3 2 1,-2 3 0,-1 2-1,-1 3 1,1 2-1,0 2 1,-1 3-1,2 2 1,2 3-358,2 3 1,-1-3-1,-3 5 1,2 0-1,3 1 1,2 2-1,3-2 1,1-1-1,4-3 1,2-2-1,6-2 1,3-1 198,1-3 0,5 1 0,2-6 0,0-2 0,0-2 0,-2-1 0,0-1 0,0-4 1,-1-5-1,-2-2 0,-2-3 0,0 1 54,1-1 0,-7 1 0,-3 0 0,-4-2 0,-1-2 0,0-1 0,-1 1 0,-4 2 0,-5 0 0,-3 0 0,1 0 0,1 4-4743,1-1 0,0 6 4648,-4 3 0,6 8 0,2 4 0</inkml:trace>
  <inkml:trace contextRef="#ctx0" brushRef="#br0" timeOffset="117">15149 14906 8487,'-5'-14'744,"1"-1"1,-3 3 0,4 4-1,-2 9 1,4 14 0,2 12-419,4 10 1,6 15 0,-1 7 0,3 5 0,1 5 0,-1 2 0,-2 0 0,-2 1 0,3-1-1,0-3 1,3-4 0,-1-6 0,-1-10 0,-2-10 0,-1-6 0,-1-5-4333,-1 1 1,5-14 4005,-3-4 0,-4-7 0,1-3 0</inkml:trace>
  <inkml:trace contextRef="#ctx0" brushRef="#br0" timeOffset="118">15480 14820 8264,'-10'-23'0,"2"4"760,2 3 0,1 10 1,5 8-1,0 10 0,0 14 1,3 11-1,5 12 0,7 9 1,1 6-1,0 3 0,-2 6-157,1 7 1,-6-37 0,1 1 0,0 0 0,1 0 0,-1-1 0,0 0-1,1-3 1,-1 0 0,8 33 0,-2-5 0,-2-8 0,0-7 0,1-10 0,-2-8-1,-2-6-3880,-2-5 0,-4-8 0,5-8 3198,1-1 1,2-15-1,1-8 1</inkml:trace>
  <inkml:trace contextRef="#ctx0" brushRef="#br0" timeOffset="119">15955 15683 8264,'0'-14'918,"0"-1"0,1 3 0,4 4 0,5 6 0,3 5-344,1 0 1,5-1 0,2-2 0,1 0 0,4 0-1,1 0 1,0-2 0,-1-1 0,-4-3 0,-1-2 0,-3-3-1,-4-2-656,-4-2 0,-4 1 0,-9 0 0,-5-1 0,-8 2 0,-5 4 1,-5 4-1,-1 5 0,0 5 0,1 6 0,2 5 0,1 5 273,0 1 1,2 2-1,9 5 1,2 0-1,5 1 1,4 1 0,2-1-1,4-5 1,6-2-1,8-6 1,10-1-1,9-3-2649,9-3 0,6-4 1,11-7-1,6-6 2435,5-7 1,-33 4-1,-1-1 1,-1-3-1,0-1 1</inkml:trace>
  <inkml:trace contextRef="#ctx0" brushRef="#br0" timeOffset="120">16746 15554 14579,'-24'-5'0,"2"0"0,-1 2 0,1 1 0,-4 4 0,1 3 0,1 6 0,5 5 0,4 5 0,6 1 642,4 4 1,3-1-1,4 1 1,4-4-1,7 1 1,6-3-1,4-1 1,2-4-1,4-6 1,3-2-1,2-4 1,-1-1-3247,2-2 1,0 0 0,4-2 2603,-6-3 0,4-3 0,0-6 0</inkml:trace>
  <inkml:trace contextRef="#ctx0" brushRef="#br0" timeOffset="121">16919 15568 8264,'0'-14'384,"0"-1"0,1 1 0,4 0 0,5 1 0,4 2 1,5 3-1,7 0 0,4 0 0,7-2 0,1 0-16,2 1 0,5 4 0,-8-3 0,1 2 0,-1 1 0,-2 0 0,-3-1 0,-3-1-368,-5 1 0,3-5 0,-5 3 0</inkml:trace>
  <inkml:trace contextRef="#ctx0" brushRef="#br0" timeOffset="122">17077 14662 8264,'-14'0'684,"1"3"1,3 6-1,5 12 1,4 11-1,2 11 1,6 8 0,6 9-1,4 5 1,1 7-1,-2 2-329,-2-1 1,1-2-1,-3-4 1,0-7-1,-3-5 1,1-9 0,-1-6-1,-1-6 1,0-4-1,-1-3 1,1-4 0,0-9-356,3-8 0,2-4 0,1-2 0</inkml:trace>
  <inkml:trace contextRef="#ctx0" brushRef="#br0" timeOffset="123">17480 15352 8264,'-15'0'536,"1"7"0,1 2 0,4 6 0,4 2 0,3 4 0,2 0 0,0 1 0,0-1 1,2 1-1,3-1-650,4 0 0,4-2 1,3-5-1,2-1 1,1-2-1,0-3 1,2-1-1,1-4 1,2-1-1,-2-2 114,-1 0 0,5-7 0,-4-1 0</inkml:trace>
  <inkml:trace contextRef="#ctx0" brushRef="#br0" timeOffset="124">17897 15453 8264,'-14'-8'615,"-1"3"1,1 4 0,-1 2 0,3 4 0,1 5 0,3 4 0,1 4 0,4 1 16,1-2 0,2 1 0,0-1 0,2 3 1,4-4-1,7-4 0,5-2 0,1 0 1,0-2-1,2-4 0,0-2 0,-1-2-312,-2 0 1,3-2-1,-4-2 1,-2-6 0,-6-3-1,-2-1 1,-4-2 0,-1-2-1,-4-3 1,-3 1 0,-4-1-1,-3 3-3021,3 2 0,-4 2 1,3 0 2700,-2-1 0,10 7 0,4 2 0</inkml:trace>
  <inkml:trace contextRef="#ctx0" brushRef="#br0" timeOffset="125">18357 15568 8264,'-14'-6'729,"0"-4"0,-1-3 0,2-1 0,2 0 0,3-1 0,2 1 0,3-1 0,1 1 0,4-2 83,2-3 1,4 3-1,7-3 1,1 3-1,1 1 1,4 2-1,2 2 1,1 3-1,0 2 1,-2 3-1,0 3 1,1 3-3254,2 2 0,-2 7 0,1 1 0,1 5 2441,2-1 0,2 6 0,0-1 0</inkml:trace>
  <inkml:trace contextRef="#ctx0" brushRef="#br0" timeOffset="126">20242 15338 8288,'-13'-15'480,"2"3"0,-11 2 0,1 5 0,2 4 0,-2 1 0,-1 1 0,-2 6-198,0 7 1,6 7 0,-3 8 0,2-1 0,2 1 0,4 0 0,6 0 0,6-2 0,2-2 0,6-2 0,7-2 0,8-5-1,7-5 1,3-6 0,3-4 0,1-2 1231,-1-4-1328,-2-10 1,-4-5 0,-2-6-1,-3 2 1,-6-1 0,-7-3 0,-6 0-1,-4-1 1,-1 2 0,-1 1 0,-4 4-1,-5 1 1,-2 5 0,-3 5-187,1 6 0,-1 10 0,1 3 0</inkml:trace>
  <inkml:trace contextRef="#ctx0" brushRef="#br0" timeOffset="127">20631 15525 8288,'0'-14'783,"0"-1"1,0 1 0,0-1 0,-2 1-1,-1-2 1,-2-2 0,2-2 0,0-1-1,-1-2 1,-2 3 0,0-3 35,-1 1 0,-2-2 0,2-5 0,1-1 0,-2-4 1,1-4-1,1-4 0,3-1 0,1 0 0,4 0 0,3 0 1,6-1-1495,6 1 0,12 6 0,11 4 0,6 3 0,7 2 1,2 4-1,-1 7 0,-3 6 0,-1 7 0,-6 8 675,-4 5 0,2 4 0,-5 1 0</inkml:trace>
  <inkml:trace contextRef="#ctx0" brushRef="#br0" timeOffset="128">20573 15180 8143,'-6'0'944,"7"-2"1,14-1 0,12-2 0,11 2 0,8 0 0,7-1 0,5 0-660,4 0 1,-1 3 0,4 1-286,-1 0 0,-1 0 0,-6 0 0</inkml:trace>
  <inkml:trace contextRef="#ctx0" brushRef="#br0" timeOffset="129">21537 15323 8143,'8'-6'733,"0"0"0,-5-2 0,3 11 0,2 14-500,4 15 1,-4 16-1,1 10 1,1 9 0,-1 8-1,-4-34 1,-2 1 0,1 1-1,-1 1 1,-1-1 0,-1 0-1,1 35 1,-2-7 0,-2-9-1,-3-4 1,-4-9 0,-4-9-1,-2-13 1,-1-8-282,-3-6 38,3-8 0,-6 0 1,4-12-1,-1-7 1,3-8-1,3-7 0,5-6 1,2-8-1,3-7 1,1-4-1,4-2 1,3-5-1,4-3 0,6-5 1,2 1-1,4 0 1,3 6-1,5 3 0,4 1 1,4 4-1,3 8 1,0 12-1,-2 13 46,-4 10 0,-5 6 0,-5 12 0,-5 7 0,-5 8 0,-4 6 0,-5 2 0,-4 2 0,-2 3 1,-6 0-1,-7 2 0,-9-2-113,-4 0 0,-3-1 0,-2-5 1,-2 0-1,4-2 0,3-3 0,4-5 1,3-3-1,5-3 0,10-5 77,15-8 0,16-7 0,10-7 0</inkml:trace>
  <inkml:trace contextRef="#ctx0" brushRef="#br0" timeOffset="130">22242 15410 8233,'-29'-13'627,"2"3"1,1 6-1,2 2 1,-1 4-1,-1 2 1,2 8 0,5 5-1,3 6 1,3 1-1,4 0-192,4 1 1,3 1-1,4-2 1,3-5-1,6-3 1,5-2-1,5-1 1,1-3-1,4-6 1,1-2-1,2-4 1,-1-2-911,1-6 0,-2-3 1,-1 0-1,-4 2 0,-1 2 1,-2-1-1,-1 0 0,-2 2 1,-3 2-1714,-1 3 0,-5 3 0,-2 5 2188,-4 4 0,-1-2 0,0-1 0</inkml:trace>
  <inkml:trace contextRef="#ctx0" brushRef="#br0" timeOffset="131">22357 15395 8233,'0'-9'395,"0"-1"1,2 1 0,2 1 0,8 1 0,4 2 0,4 1 0,3 0 0,4 3 126,5 1 0,0 0 0,5-2 1,-1-1-1,0-2 0,0 2 0,-1 0 1,1 0-1,-6-4 0,-3 1 1,-4-1-1,-4 3-522,-7-3 0,3-7 0,-7-8 0</inkml:trace>
  <inkml:trace contextRef="#ctx0" brushRef="#br0" timeOffset="132">22587 14662 8350,'-14'-2'678,"-1"-1"0,3 0 0,2 6 0,5 11 0,4 13 0,2 12 0,2 7 0,4 8 41,1 7 1,-5 6 0,3 8 0,-1 4 0,0-2 0,-2-4 0,-1-7-1,-2-7 1,-2-6 0,-1-5 0,-2-7 0,0-6-5166,-1-6 0,4-10 4446,-2 0 0,2-3 0,2-1 0</inkml:trace>
  <inkml:trace contextRef="#ctx0" brushRef="#br0" timeOffset="133">22774 15323 9769,'0'15'355,"0"-1"0,0 1 0,0 1 0,0 3 1,0 3-1,0 2 0,0 0 0,2 0 1,1 0-1,3-2 0,2-1-1630,4-3 1,-4-4-1,1-3 1275,2-1 0,-4-7 0,-1 4 0</inkml:trace>
  <inkml:trace contextRef="#ctx0" brushRef="#br0" timeOffset="134">22918 15410 7798,'14'0'358,"1"0"0,-1 0 0,2 0 0,3 0 0,5 0 0,4-2 0,0-3 0,1-3 0,-2-1 0,-1-1 0,-4-1-72,-1-2 1,-7 0 0,-6 2 0,-1 2 0,-6-1 0,-4 2 0,-8 3 0,-5 4 0,-3 1 0,0 1 0,-2 4 0,-2 6-224,1 7 0,1 4 1,7 7-1,1-2 1,2-1-1,3-2 1,2 1-1,2 2 1,3 1-1,2-4 1,4-5-1,6-3-644,7-2 1,6-4 0,8-2 0,3-2 0,2-4 0,3-5 0,1-7-1,2-4 1,1-4 0,-3-3 0,-2 0 0,-7-1 983,-7 0 1,-9 3 0,-8-4 0,-2 1-1,-2 1 1,-3 0 0,-2 4 0,-3 1 0,0 1 21,1 1 1,3 4-1,4 2 1,6 2 0,3 3-1,1 1 1,0 4 0,1 2-1,-1 6 1,1 3-1,-1 1-595,0 1 1,1 1-1,-2 1 1,-4 4 0,-2 0-1,-3 0 1,1-2 0,-2 0-1,-1 0 1,-2-1 0,0-2-1,0-2-1495,0 0 0,5 1 1,1-2 1664,2-4 0,2 4 0,4-5 0</inkml:trace>
  <inkml:trace contextRef="#ctx0" brushRef="#br0" timeOffset="135">23810 15352 8290,'6'-9'342,"4"-1"1,3 0 0,1 1 0,2 1-1,2 0 1,3 1 0,1 1 0,3 3 0,3 1-1,0 1-127,1-4 1,0 3 0,0-3-1,0 4 1,-2 1 0,-3 0-1,-5 0 1,-3 0 0,-2-2-216,1-2 0,-7-4 0,-2-7 0</inkml:trace>
  <inkml:trace contextRef="#ctx0" brushRef="#br0" timeOffset="136">24026 14590 8917,'-15'-8'694,"7"4"1,4 14 0,2 11 0,2 9 0,0 12 0,2 7-1,2 9 1,6 3 0,3 1 0,1 2 0,1 0-339,-1 0 1,-6-3 0,-2-9-1,-1-5 1,0-7 0,-2-5 0,0-3-1,1-2 1,0-4 0,0-4 0,-3-4-1,1-1-9932,3 3 9576,-4-11 0,18 10 0,-3-11 0</inkml:trace>
  <inkml:trace contextRef="#ctx0" brushRef="#br0" timeOffset="137">24659 15223 8208,'-16'-10'535,"-3"1"0,3 5 0,-3 0 1,3 2-1,1 4 0,1 1 1,1 5-1,2 3 0,1 5 1,1 2-1,-1 2 0,2 3 108,2-1 1,1 4 0,5-6 0,0 1 0,0 2 0,1-3 0,4 1 0,3-2 0,2 1 0,-1-1 0,3-2 0,0-1-193,3-1 1,-1-1-1,-1 0 1,-3 1 0,-4-2-1,-1-2 1,-2-2-1191,-5 3 0,-4-4 0,-8 0 0,-1 0 0,-1-2 739,-3 0 0,-3 6 0,-7-4 0</inkml:trace>
  <inkml:trace contextRef="#ctx0" brushRef="#br0" timeOffset="138">22745 14993 8208,'0'-23'589,"0"4"0,0 3 0,0 2 1,0-1-1,2 2 0,1 2 6813,2 2-7194,0 5 0,-4-4 1,3 7-209,0 1 0,1 3 0,-5 11 0</inkml:trace>
  <inkml:trace contextRef="#ctx0" brushRef="#br0" timeOffset="139">19221 16733 9065,'-10'0'9830,"0"0"-9328,7 7 0,-5-4 1,3 5-1,-3 0 0,-1 0 1,-1 3-1,-1 2 0,-2 3 1,-1 2-1,0 2 0,-1 3 1,1 2-1,1 3 0,3-1 1,6-2-1107,2-1 0,4-5 0,2 4 1,6-4-1,4-6 0,6-7 0,4-4 1,3-2-1,1-2 0,0-4 0,-3-7 1,-2-6 631,-3-4 1,4-1 0,-6-4 0,-5-1-1,-7 0 1,-4 0 0,-2 1 0,-2-1-1,-3 2 1,-4 3 0,-4 4 0,-3 6 211,-3 5 0,1 1 0,-4 4 1,1 1-1,5 6 0,3 9 0,5 7 1,2 3-241,3 4 0,1 7 0,2 4 0</inkml:trace>
  <inkml:trace contextRef="#ctx0" brushRef="#br0" timeOffset="140">19566 17007 8208,'9'-15'834,"-1"1"0,0 0 1,-1-1-1,-1 1 1,-1 0-1,0-1 1,0-1-1,-2-1 1,-2-4-1,-2 0 149,-4 0 0,2-3 0,-5 5 0,0 0 0,1 0 0,1 0 0,3 1 0,3 4 0,5 4 0,4 5-1816,4 4 0,8 1 1,3 1-1,5 2 833,4 2 0,4 13 0,6-2 0</inkml:trace>
  <inkml:trace contextRef="#ctx0" brushRef="#br0" timeOffset="141">14372 18172 8208,'-14'-14'481,"1"4"1,2 2 0,1 2 0,-1 3 0,-2 1 0,-3 2 0,-1 2-135,-2 3 0,-5 9 0,4 10 1,3 3-1,1 2 0,1 1 1,3 4-1,2 3 0,5-1 1,7-2-1,6-4 0,8-3 1,6-3-1,9-6 0,5-7 1,6-8-566,1-6 0,2-6 0,0-11 1,-1-4-1,-4-3 0,-5-3 1,-7-4-1,-8-4 0,-5-2 1,-6 2-1,-5 4 0,-9 4 191,-10 1 0,-5 2 1,-9 3-1,0 6 0,0 7 1,2 6-1,3 4 1,5 2 26,3 4 0,8 9 0,2 9 0</inkml:trace>
  <inkml:trace contextRef="#ctx0" brushRef="#br0" timeOffset="142">14732 18388 8208,'0'15'418,"0"-6"0,0 1 0,2-1 1,2-1-1,4-4 0,0-9 1,-3-8 220,-3-5 1,-1-2-1,2 0 1,2-4-1,-2-1 1,-1-2-1,-2-1 1,2 0-1,1 0 1,3 3-1,1-1 1,1 1-685,0 1 1,0 3-1,3 7 1,-2 1 0,3 3-1,-1 7 1,0 6 0,-3 8-1,-2 7 1,-1 6 0,0 3-1,0 2-263,-2 0 1,3-1 0,1 0-1,1-4 1,3-5 0,2-3-1,1-2 1,2-1 0,3-3-1,5-6 1,3-4 0,2-4 221,0-6 0,0-3 0,-2-3 0,-1-1 0,-4-4 0,-1-2 1,-4-1-1,-1 2 0,-3 1 0,-3 2 0,-6 0 0,-2 0 576,-2-2 1,-5 10-1,-1-2 1,-2 5 0,-3 5-1,-1 3 1,1 5-1,2 6 1,-3 5 0,1 5-1,2 1 1,4 2-505,3-2 1,2 4 0,0-7 0,2-1 0,3-2 0,4-2 0,6-1 0,5-2 0,9-3 0,8-2 13,5-2 0,7-3 0,2-1 0</inkml:trace>
  <inkml:trace contextRef="#ctx0" brushRef="#br0" timeOffset="143">16717 17453 8208,'-8'-22'509,"2"1"0,6 6 0,0 1 1,0 0-1,0-1 69,0 1 1,2 7-1,1 7 1,2 10 0,-1 8-1,1 4 1,0 4-1,-2 1 1,0 5 0,0 3-1,2 6 1,-2 4-1,-1 5 1,0 1 0,1 3-1015,2 2 0,-1 2 1,-4-1-1,2 1 1,1-2-1,2-3 1,0-5-1,0-5 1,1-7-1,2-7 436,3-8 0,2-5 0,1-2 0</inkml:trace>
  <inkml:trace contextRef="#ctx0" brushRef="#br0" timeOffset="144">17034 18043 8208,'0'9'49,"0"1"0,0 1 0,0 2 0,0 1 0,1 1 0,3-1 4565,0 1-4285,1-7 0,-5 4 1,-1-4-1,-3 2 0,0 0 1,-1-1-1,0 1 1,0-1-1,2 2 0,1 2 1,2 2-1,2-3-144,3-2 1,-2 1 0,7-6 0,2-2 0,4-1 0,4-2 0,-1-2 0,2-3 0,1-4 0,0-6 0,-3-2-1,-3-4-35,-1-1 1,-7-1-1,-3-2 1,-4 1-1,-1 0 1,-3 1 0,-5 3-1,-6 0 1,-4 3-1,-1 2 1,0 6 0,1 2-8837,2 4 8686,8 2 0,-11 7 0,3 2 0</inkml:trace>
  <inkml:trace contextRef="#ctx0" brushRef="#br0" timeOffset="145">17566 18100 8208,'-14'0'540,"6"2"0,3 3 0,3 4 1,2 4-1,2 0 0,1-2 0,2-1 1,-2 1-1,-1 2 70,-2 1 1,0-4 0,-2-1 0,-3 1 0,-4-4-1,-2-6 1,1-8 0,5-5 0,4-3-338,1-3 0,0-3 0,1-7 0,4 0 0,6 1 1,5-1-1,3 2 0,-1 1 0,-2 4 0,-2 3 0,1 4 1,-1 6-900,0 2 1,-1 4 0,-2 9-1,-1 9 1,0 7 0,-1 5-1,-1 2 1,0-2 0,2-1 0,4-2 625,4 1 0,7-4 0,-2 0 0</inkml:trace>
  <inkml:trace contextRef="#ctx0" brushRef="#br0" timeOffset="146">18242 17942 8208,'-28'-14'735,"5"4"0,2 2 0,1 2 0,-4 3 0,-2 1 0,0 4 0,4 4 0,0 7 1,1 6-1,0 3 0,5 2-679,5-1 1,5 2 0,6-4 0,0 0 0,1 0 0,6-4-1,5-1 1,6-3 0,1-3 0,2-6 0,3-2 0,1-2-444,-1 0 1,2-6 0,-5-2 0,0 0 0,1 3 0,-1 3-1,0 2 1,-4 0 0,-1 2 0,-2 3 0,1 6 0,-2 6 644,-4 7 0,-1 3 1,-5 2-1,2 2 0,-2 2 1,-3 4-1,-4 0 1,-6-2-1,-4-2 0,-4-1 1,-3-3-1,-1-5-720,-4-3 1,6-2 0,0-6-1,4-3 1,4-9 461,2-9 0,10-8 0,8-13 0</inkml:trace>
  <inkml:trace contextRef="#ctx0" brushRef="#br0" timeOffset="147">18487 18086 10863,'-15'0'488,"8"6"0,2 4 0,3 4 0,2 6 0,0 4 0,0 3 1,2 1-1,1 1 0,3 0 0,2-2 0,2-1-1105,-2-2 1,3-2 0,-6 2 616,-2-5 0,5-3 0,0-1 0</inkml:trace>
  <inkml:trace contextRef="#ctx0" brushRef="#br0" timeOffset="148">18616 18129 7639,'0'-14'530,"4"-1"1,4 3 0,8 0 0,4 4 0,6 2 0,3 1 0,4 0 0,6 1 0,2-1-541,2-2 1,0 6-1,-1-6 1,-2 3-1,-5-1 1,-3 0 0,-6 0 9,-4 0 0,-3-6 0,-4 3 0</inkml:trace>
  <inkml:trace contextRef="#ctx0" brushRef="#br0" timeOffset="149">18918 17410 7639,'-14'-35'826,"0"6"1,1 11 0,3 15 0,6 17-1,2 18 1,2 13 0,2 8-65,2 3 1,3 6-1,2 2 1,-2 2-1,-2 2 1,-1 3-1,1-1 1,0-3-1,0-4 1,-2-3-1,0 0 1,0-5-2982,2-8 0,1-4 0,-2-11 2219,0-5 0,8 2 0,-4-7 0</inkml:trace>
  <inkml:trace contextRef="#ctx0" brushRef="#br0" timeOffset="150">19192 18086 8332,'-15'0'412,"7"2"1,4 2-1,2 6 1,2 3-1,0 1 1,0 2-1,2 2 1,2 1-1,6-2 1,3 1 0,1 0-203,1 1 0,-1-2 0,0-5 0,2-3 0,2 1 0,1-2 0,0-3 0,1-4 0,-1-2 0,-2-4 0,-1-6 0,-1-5 31,-1-4 1,0-5 0,-1 1-1,-2-3 1,-3 0 0,-1 1 0,-4 2-1,0 0 1,0 0 0,2 2-242,-2 1 0,-1 2 0,-2 4 0</inkml:trace>
  <inkml:trace contextRef="#ctx0" brushRef="#br0" timeOffset="151">20185 17395 7679,'-15'-36'742,"1"2"0,-1 10 1,3 5-1,2 3 1,5 1-233,4 1 0,1 8 0,1 6 1,2 8-1,4 8 0,-1 6 0,2 8 1,-1 7-1,1 10 0,-2 7 0,2 7 1,-2-1-1,1 1 0,-2 0 1,-1 3 904,1 1-1747,0-4 0,-5 2 1,0-11-1,0-4 0,0-5 1,0-6-1,0-8 1,-2-10-1,-1-11 0,-3-11 1,-2-11-1,-3-7 1,-4-5-1,-2-1 0,-4-2 1,0 2-1,-1 1 1,-1 4-1,-2 1 0,-4 4 422,-5 1 1,4 8 0,-4 5-1,4 6 1,3 8 0,1 7-1,4 5 1,1 6 0,5 3-1,5 3 1,6 1 0,4-1-359,1-3 0,6-4 0,5-4 0,7-4 0,6-6 1,3-4-1,2-6 0,-1-2 0,3-2 0,1 0 268,1 0 0,7-13 0,-3-3 0</inkml:trace>
  <inkml:trace contextRef="#ctx0" brushRef="#br0" timeOffset="152">20328 17956 8953,'-14'-7'336,"0"2"0,6 5 0,3 5 0,3 4 0,2 4 0,2 3 0,3 1 0,3 3 1,1-1-1,1 0 0,-1 2 0,1 0-3158,0-1 1,-6 0 2821,6-6 0,-7 7 0,4 1 0</inkml:trace>
  <inkml:trace contextRef="#ctx0" brushRef="#br0" timeOffset="153">20645 18100 7958,'-14'0'894,"-1"0"0,1 0 0,1-1 0,3-4 0,6-5 1,2-4-1,2-4 0,0-1 0,2 2 0,2-1-664,6-1 1,3 3-1,3-3 1,1 3-1,3 1 1,-1 1-1,0 1 1,0 4 0,-1 4-1,-2 3 1,-2 4-1,-1 3-921,-4 4 0,3 4 0,-8 3 0,0 3 0,-3 3 0,-1 2 0,0 0 0,0 0 0,0 0 0,0-1 0,0-2 0,0-4 691,0-1 0,0-1 0,0-1 0</inkml:trace>
  <inkml:trace contextRef="#ctx0" brushRef="#br0" timeOffset="154">21177 17942 7679,'-8'-6'321,"0"4"1,5-4 0,-3 1 0,-2 0 0,-4 2 0,0 1-1,-3 2 1,3 2 0,0 1 0,3 4 0,-2 1 0,-2 1-1,0 1 105,3-1 0,-2-1 1,4 3-1,-2-1 1,2 1-1,0 2 1,2 1-1,-1 1 1,4-1-1,1 1 1,2-1-435,0 0 0,7 1 0,2-2 1,4-2-1,2-3 0,-1-2 1,2-3-1,2-1 0,2-2 0,1 0 1,1 0-1,-1 0-234,0 0 0,-2-5 1,-4-1-1,-1-2 1,0-3-1,1-2 0,-2-2 1,-2 1-1,-3 0 1,-2-1-1,-3 1 506,-1-1 1,3 1-1,0 0 1,-2-1-1,-2 1 1030,-1-1 1,-1 8 0,-2 3-1,-2 8-988,2 5 0,6 4 1,3 0-1,1-2 1,1-2-1,-2 3 1,2-1-1,-2 0 1,2-3-686,0-2 1,-3 4-1,3-4 1,0 1 0,-2 1-1,2-2 1,-1 2 0,1 0-1,0 3-733,3 2 1,-3-5 0,0-1 0,0-3 0,0 3 0,3-1 1111,2 1 0,1 4 0,1-3 0</inkml:trace>
  <inkml:trace contextRef="#ctx0" brushRef="#br0" timeOffset="155">21652 17165 7798,'0'-9'838,"0"2"1,0 6 0,2 7 0,1 5 0,2 4-175,-2-1 0,3 2 1,1 3-1,-1 5 1,2 3-1,-2 2 1,2 1-1,0 2 1,2 4-1,0 2 1,-2 5-1,0 5 1727,-1 3-2394,-3-4 0,2 7 0,-6-8 0,0-3 1,0-3-1,0-1 0,0-4 0,0-5 1,0-6-1,0-3 0,0-2 0,0 0 1,2 1-1,1-3 0,2-1 0,-2-1 1,0-3-2172,2-2 0,-2-4 0,7-6 0,1 0 2174,2 0 0,1 0 0,0 0 0</inkml:trace>
  <inkml:trace contextRef="#ctx0" brushRef="#br0" timeOffset="156">23350 17769 7683,'0'-14'-489,"0"0"1345,0-1 6419,0 7-4946,0 2 1,0 4-2332,0-2 0,4 0 1,1-5-156,-2-2 1,-1 3-1,-2-2 1,0-1 0,0-2-1,0-1 1,0-2 199,0-4 1,0 4-1,0-4 1,0-1 0,0-3-1,-2-3 1,-1-2 0,-2 2-1,2 1 1,0 2-1,0-1 1,-2-1 158,2 2 1,1 3-1,2 7 1,0 3-1,0 7 1,0 16-1,0 13 1,0 12-1,0 5-411,0 1 1,5 5 0,0 1 0,-2 1 0,0 1 0,0 0 0,2 2 0,-2-4 0,-1-4 0,-2-6 0,0-4 0,2-2-595,2 3 0,-2-13 0,3 1 1,-4-6-1,-1-4 0,0-2 866,0-8 1,0-10 0,0-15-1,0 0 1,-1-1 0,-4 1-1,-5-1 1,-2 1 0,-3 0-1,1 4 1,-2-1 313,-3-1 0,3 8 0,-3-2 0,1 5 0,0 5 0,-2 1 0,-1 4 0,-2 4 0,3 9 1,-3 7-1,2 7 0,1 3-1049,2 1 0,4 6 1,4-6-1,5-1 1,4-3-1,2-3 1,4-4-1,6-3 1,9-6 671,8-7 0,7 2 0,9 0 0</inkml:trace>
  <inkml:trace contextRef="#ctx0" brushRef="#br0" timeOffset="157">23724 17827 7683,'-27'0'521,"3"0"1,-2 0 0,7 2-1,0 2 1,-1 8 0,1 4 0,3 4-1,3 3 1,5 2 0,2 2-1,3 1 1,1-3-445,2-1 1,7-6 0,2-1 0,4-4 0,1-5 0,2-1 0,2-4 0,1-2 0,-1-1 0,-2 0 0,0 0-716,3 0 0,-3 0 0,3-1 0,-3-2 1,-2-2-1,1 2 0,-1 1 0,1 0 1,-1-1 637,0-2 0,-6-6 0,-1 3 0</inkml:trace>
  <inkml:trace contextRef="#ctx0" brushRef="#br0" timeOffset="158">23853 17798 8892,'11'0'367,"2"0"1,5 0 0,3 0 0,4 0 0,4-1 0,4-3-1,4-2 1,2 0 0,-3-2 0,1 0-3924,0-4 3556,-5 0 0,3-3 0,-6 1 0</inkml:trace>
  <inkml:trace contextRef="#ctx0" brushRef="#br0" timeOffset="159">24055 17194 7683,'-21'-6'720,"5"4"0,-3-3 0,4 7 0,6 7 0,4 12 0,3 9 0,2 9 0,2 6 0,3 7 0,3 9 0,1 6-356,1 5 0,-5-9 1,3 4-1,-2-7 0,-3-4 1,0-3-1,1-6 0,2-8 1,2-7-1,3-6 0,2-8-364,1-7 0,7 2 0,2-5 0</inkml:trace>
  <inkml:trace contextRef="#ctx0" brushRef="#br0" timeOffset="160">24414 17784 7683,'-27'0'0,"2"1"533,1 4 0,1 3 0,-2 8 0,2 2 0,2 3 1,4 1-1,2 2 0,6-2 0,4-2 0,3-3-213,2 2 1,2-4 0,3-1 0,4-8-1,4-4 1,2-4 0,-1-2 0,0-6 0,1-1-1,-1 0 1,1 3-226,-1 1 1,0-2 0,2 4 0,2 2 0,1 1 0,-1 2 0,-2 0 0,-2 2 0,0 3-918,1 4 1,-2-1 0,-2 2 0,-2-1 0,4 1 821,5-1 0,-2 1 0,5 4 0</inkml:trace>
  <inkml:trace contextRef="#ctx0" brushRef="#br0" timeOffset="161">25939 17698 7685,'-14'-10'693,"0"0"1,-2 2 0,-2-1-1,0 2 1,2 3 0,2-1-1,-2 2 1,0 1-412,0 2 0,2 2 0,-1 1 0,2 3 0,2 2 0,2 3 0,-1 2 0,2 2 0,3-1 0,4 0 0,2 1 0,4-1 0,5-1 0,4-2 0,4-1-553,1 1 1,6 2-1,-1 1 1,4 0 0,0 1-1,0 1 1,-3 3 0,-3 5-1,-1 2 1,-5-1-1,-5-1 1,-6 2 517,-3 1 1,-15-3 0,-6 0-1,-7 0 1,-2-2 0,-1-3 0,0-3-1,2-3 1,3-2 0,5-3 0,4-3-248,6-7 0,2-4 0,7-8 0</inkml:trace>
  <inkml:trace contextRef="#ctx0" brushRef="#br0" timeOffset="162">26299 17784 7685,'-24'0'473,"2"0"1,-1 0 0,2 3 0,1 5 0,4 6 0,4 4 0,8 3 0,2 1-96,2 1 1,2 4 0,2-5 0,6 0 0,3-2-1,3-6 1,1-3 0,4-3 0,0-1 0,1-4-1,-1-2 1,0-1-32,-3 0 1,-7-6 0,-2-4 0,1-2 0,-2-3 0,-3 1 0,-4-1-1,-1 0 1,0-3 0,0-1 0,-1 1 0,-4 2-2811,-5 2 1,2 4-1,0 1 2463,2-3 0,-5 0 0,3-3 0</inkml:trace>
  <inkml:trace contextRef="#ctx0" brushRef="#br0" timeOffset="163">26500 17755 7685,'-4'-14'985,"-1"-1"1,2 4 0,1 6 0,2 12-1,0 7-698,0 5 1,5 5 0,1-3 0,1 0 0,1 1 0,-2-1-1,2 0 1,0-4 0,3-1 0,2-1 0,1-1 0,-1 0-151,-3 1 1,2-7-1,-2-2 1,3-1-1,1 0 1,1-4-1,-1-2 1,0-6-1,1-1 1,-1-4-1,1-4 1,-1-3 150,0 1 1,-4-4 0,-2-1-1,-2-1 1,-2 0 0,-1 0-1,0 0 1,2 0 0,-2 0-1,-2 2 1,-1 3-6844,0 3 6555,0 8 0,7 1 0,1 7 0</inkml:trace>
  <inkml:trace contextRef="#ctx0" brushRef="#br0" timeOffset="164">27047 17971 7653,'0'-15'660,"0"1"0,0 0 0,0-1 0,0 1 0,0 0 1,0-1-1,0-1 0,0-1 0,0-3 0,0 1 0,0 0 1,0 0-466,0 1 1,2-1 0,1 3 0,3 3-1,1 1 1,1 0 0,0 3 0,3 4 0,2 3-1,1 2-727,0 0 0,-1 7 1,-2 1-1,-1 1 1,1 1-1,4 0 1,2-1-1,4-1 1,0-2-1,-1-2 1,0-3-1,-1-1 584,0 0 0,5 0 0,-5 0 0,-1 0 1,-1-1-1,1-3 0,1-2 0,-3-2 1,-3-3-1,-5-2 0,0-1 0,-2-1 487,1 1 0,-3 4 1,-4 1-1,0-2 1,-1-1-1,-4 3 0,-5 4 1,-4 5-1,-5 5 1,-5 4-1,-3 6-154,-2 4 1,5-1 0,2 6 0,1 0 0,3-1 0,2 1 0,3 0 0,4 0 0,4-1 0,3-2 0,2-4 0,2 1-658,3 1 1,3-8-1,8 2 1,1-3 0,4-4-1,2 0 1,1-2-1,0-3 1,0-1 0,1 0 271,2 0 0,2-6 0,0-2 0</inkml:trace>
  <inkml:trace contextRef="#ctx0" brushRef="#br0" timeOffset="165">27479 17784 7347,'6'-15'-227,"-4"6"0,2-1 1810,-2-1 1,3 3 0,0-2-852,-2-1 1,-3 5-1,-5 1 1,-5 4-1,-2 1 1,-3 0-1,1 0 1,0 0-624,-1 0 1,1 0 0,-1 1 0,1 2 0,0 4 0,-1-1 0,1 2 0,1 0 0,2 3 0,1 2 0,-1 1-151,-2 1 1,4-1 0,1 1 0,1-1-1,2 2 1,1 2 0,-1 1 0,2-2 0,3-1-1,3-1 1,3-1 0,2-1-33,3-4 0,-3 4 1,2-5-1,1 2 0,4-2 1,2 0-1,2-2 0,-1 1 1,-2-4-1,-2-2 0,1 1 1,-1 1-393,1 2 1,-1 0-1,0-5 1,1 0 0,-1 0 344,0 0 0,-7 0 0,-7 0 0,-8 0 0,-5 0 0,-1 0 213,-1 0 1,1 0 0,0 0 0,-2 0 0,-2 0-1,-1 0 1,1 0 0,2 0 0,2 0-220,-1 0 1,6 0 0,1-2 0,0-1 0,1-3 0,-1-1-1,2-1 1,0 0 0,1-3 0,0-3 0,0-4 0,2-1-2,1 1 0,2 1 0,0-1 0,0-1 0,0 1 0,0 2 0,0 2 0,0 0 1,2-1-1,3 1 0,3-1 0,1 3 46,1 2 1,-5-1-1,4 6 1,1 0-1,0 0 1,-1 1-1,2 0 1,2 3-1,2 1 1,-1 0-1,2 0 1,2 0-317,1 0 0,0 0 1,-5 0-1,1 0 0,1 0 1,1 0-1,2 0 586,-1 0 0,-8-2 0,-6-2 0,-4-4 0,-4 0 0,-6 1 0,-3 2 116,-1 1 0,-1-1 1,1 5-1,0 1 1,-1 3-1,1 2 1,0 0-1,1 2 1,2 0-1,1 2 1,-1-1-110,-2 1 1,0 0 0,2 4 0,3 0 0,0 1 0,2 1 0,-1 1 0,4 3 0,1-3 0,2-1 0,0-1-1,2-1 8,3 0 0,3 1 0,6-1 1,2-1-1,2-2 0,1-1 1,0-1-1,0-1 0,0-3 1,-1-3-1,0-2 0,-1 0-531,2 0 0,1 0 0,-6 0 0,0 0 0,1 0-2438,-1 0 1,-4 0 2764,-1 0 0,1-7 0,4-1 0</inkml:trace>
  <inkml:trace contextRef="#ctx0" brushRef="#br0" timeOffset="166">27766 17798 10014,'-8'-6'555,"4"4"0,8-3 0,6 4 1,3 1-1,3 0 0,1 0 1,4 0-1,0-2 1023,0-3-1587,-2 4 0,0-7 0,0 5 0,-1-4 0,-2-1 0,-2-3 0,-1-2 1,-3-1-1,-6 0 0,-2-1 0,-4 1 0,-2 1 0,-8 3 0,-4 6 0,-4 2 1,-1 2-1,-2 2 0,3 2 0,-3 6 0,1 3 310,-4 1 0,6 5 1,0 2-1,4 0 1,2 1-1,1-1 0,4 1 1,4-1-1,3 2 1,4-3-1,3 1 0,4-3-425,4-2 0,8-7 0,3-1 0,3-1 0,2-4 0,1-2 0,2-1 0,3 0 0,2 0 0,1 0 124,-1 0 0,11 0 0,-3 0 0</inkml:trace>
  <inkml:trace contextRef="#ctx0" brushRef="#br0" timeOffset="167">29090 17669 7702,'-10'-8'1166,"2"5"0,2 6 0,3 8-862,1 7 1,2-1 0,2 7 0,1 2 0,3 1 0,1 2 0,1-1 0,-2 1 0,2 0 0,-1-2 0,1-1 0,-2-4-305,0-1 0,-7-2 0,-7-5 0</inkml:trace>
  <inkml:trace contextRef="#ctx0" brushRef="#br0" timeOffset="168">29076 17611 7702,'-12'-19'729,"0"0"0,2 3 0,8 5-729,10 6 0,12 10 0,2 3 0</inkml:trace>
  <inkml:trace contextRef="#ctx0" brushRef="#br0" timeOffset="169">29349 17928 8021,'0'-15'1143,"0"6"0,0-1 0,0-1-170,0-2-769,0 5 1,0 0-1,2 5 1,2-2-1,6 2 1,3 1 2142,1 2-2274,1 0 1,-6 0-1,-1 2 1,0 1-1,0 2 1,3-2-1,2-1 1,1-2-1,1 0 243,-1 0 0,-4 0 0,-2-2 0,0-1 1,0-3-375,3-2 1,-5 3 0,1-3 0,-2 0 0,-1 0 0,0-3 0,-3-2 0,1 0 0,1 2 0,2 1 157,-2-1 0,-1-2 0,-2-1 0,-2 1 0,-1 2 1,-4 1-1,-1 1 0,-3 1 0,-3 3 0,-4 3 1,-1 2 91,1 0 0,-2 8 0,0 5 0,1 5 1,0 1-1,0 0 0,1 2 0,2 1 0,4 2 1,2 0-1,5-1 0,4-1 18,1 0 1,0-4 0,0 1 0,1-3 0,4-2 0,5 1-1,2-2 1,3-4 0,1-4 0,1-3 0,2-2-894,-1 0 0,-2 0 0,-2 0 1,2 0-1,2 0 0,1 0 1,-1 0-1,-2 0 683,-2 0 0,7 6 0,1 2 0</inkml:trace>
  <inkml:trace contextRef="#ctx0" brushRef="#br0" timeOffset="170">29320 18100 7702,'-14'-12'1034,"1"0"0,2 4 0,3 0-349,1 0 0,4 5 0,6 0 0,4 5 0,-1 4-685,1 2 0,10-5 0,-1 4 0</inkml:trace>
  <inkml:trace contextRef="#ctx0" brushRef="#br0" timeOffset="171">29795 18057 7658,'-13'-9'1380,"2"1"1,3 0 0,2 0 0,4-2-1381,5 2 0,12 2 0,7 6 0</inkml:trace>
  <inkml:trace contextRef="#ctx0" brushRef="#br0" timeOffset="172">31032 17669 7691,'-14'-23'680,"4"-2"0,2 6 1,0 1-1,2 2 0,-2 2-252,0-1 0,-2 7 0,-4 3 1,0 4-1,-2 4 0,-2 5 0,-3 8 1,0 5-1,1 6 0,2 3 0,2 4 1,2-2-1,1-2 0,3-1 0,5-2 1,4-1-620,1-2 0,0-7 1,1 1-1,4-5 1,6-5-1,5-2 0,4-4 1,-3-4-1,-1-4 1,0-2-1,2-3 192,1-2 0,5 5 0,-5 1 0,0 3 0,0-1 0,1 2 1,-1 3-1,0 3 0,0 3 0,0 2 0,1 3 0,0 4-3839,3 4 3838,-6-3 0,17 11 0,-4-5 0</inkml:trace>
  <inkml:trace contextRef="#ctx0" brushRef="#br0" timeOffset="173">24975 18561 7672,'-14'0'293,"0"0"0,-1 0 0,1-2 0,-1-1 3388,1-2-3537,0 0 1,-1 4 0,1-2 0,-2-2 0,-2 2-1,-1 3 1,0 3 0,0 3 0,0 2 0,1 2-1,0-1 1,2 1 0,0 0 0,4-1 0,0 1-1,4 1 1,5 2 0,6 0 0,9-4 0,4-4-1,4-3 1,3-1 0,1 2 0,0 2-325,0-2 0,-5 4 0,3-1 0,1 2 0,-3 3 1,1 2-1,-5 1 0,-5 1 0,-6 1 0,-3 1 1,-4 3 104,-3-3 0,-4-1 0,-9-1 0,-3-1 0,1 0 0,-3-1 0,3-3 0,-1-4 1,3-1-1,2 0 75,2-2 0,-1-1 0,1-2 0</inkml:trace>
  <inkml:trace contextRef="#ctx0" brushRef="#br0" timeOffset="174">25047 18618 7706,'-9'0'462,"1"2"1,1 3 0,4 4 0,2 4-1,1 2 1,1 1 220,4 3 0,-3-3 1,4 3-684,0-3 0,2 5 0,7 1 0</inkml:trace>
  <inkml:trace contextRef="#ctx0" brushRef="#br0" timeOffset="175">25263 18805 7695,'-1'8'914,"-3"-4"0,0-8 1,0-5-1,3-4 0,2-1 1,3-2-1,2-2-677,2-1 0,-3 0 0,4 4 0,2 1 0,2 1 0,2 2 1,-1 3-1,-1 3 0,-2 7-806,-1 6 1,-6 5 0,4 3 0,-1 1 0,-2 4 0,-1 0 0,3-1 0,1-2 0,1-2 0,1-2 568,0 1 0,6-1 0,6 1 0</inkml:trace>
  <inkml:trace contextRef="#ctx0" brushRef="#br0" timeOffset="176">25767 18676 7695,'-15'-10'385,"1"1"0,-1 6 0,1-2 1,0 3-1,-1 2 0,1 0 1,0 0-1,1 2 0,2 3 0,1 4 1,0 4-144,2 1 1,2 1 0,6-1 0,0 0 0,0 1 0,0-1 0,2-1 0,2-3 0,6-6 0,3-2-451,1-2 1,1 0 0,-1 0-1,0 0 1,1 0 0,-1 0-1,0 0 1,1 0 0,-1 0 0,1 0-1,-1 0 481,0 0 0,1 6 1,-2 4-1,-2 3 0,-3 3 1,-2 1-1,-3 3 0,-1-3 1,-2-1-1,0 0 1,0 2-127,0 1 0,-5 0 0,-3-5 0,-3 1 1,-5-1-1,-2-1 0,-1-2 0,10-7-73</inkml:trace>
  <inkml:trace contextRef="#ctx0" brushRef="#br0" timeOffset="177">25656 19049 9994,'-3'-7'0,"8"-14"0,3-8 0</inkml:trace>
  <inkml:trace contextRef="#ctx0" brushRef="#br0" timeOffset="178">25896 18302 7723,'8'-7'0,"-3"-2"526,-3-4 0,4 5 0,3 6 0,4 10 1,2 12-1,-1 7 0,-1 6 0,-2 6 1,-3 4-1,-2 3-250,-2 2 1,-3 7 0,-1-4-1,0 0 1,0-3 0,0-5 0,0-5-1,0-6 1,0-6 0,0-7-1107,0-3 1,5-9-1,1-7 1,1-8-1,1-5 1,0-2-1,1 1 1,1 0 0,0-1-1,-1 1 736,-1-1 1,5 3 0,-3 0 0,2 3 0,3-1 0,-1 2 0,0 2 0,1-1 0,-1-1 0,1-1 0,-1 1 272,0 1 1,-1-4-1,-2 3 1,-1-1-1,0-1 1,-1-1 0,-1-2-1,-1-1 1,-4-1-1,-2 1 1,-1 0 369,0-1 0,-6 2 0,-4 4 0,-2 4 1,-3 3-1,1 4 0,-1 4 0,1 7 1,0 5-1,1 1 0,2 0 0,3 2-428,1 1 1,2-4-1,5 3 1,2-2 0,3 0-1,4-1 1,4-4-1,3-4 1,3-4 0,7-1-1,6 0-121,6-2 0,10-8 0,3-3 0</inkml:trace>
  <inkml:trace contextRef="#ctx0" brushRef="#br0" timeOffset="179">27421 18374 7665,'-22'-15'426,"3"1"1,6 3 0,8 6-1,11 11 1,9 10 0,6 10-1,1 4 1,2 5 0,0 2 0,-2 3 1781,-1 2 0,3 1-2314,-5 0 0,-1 0 0,-7 2 1,-3 1-1,-2 2 0,-2-3 0,-4-5 1,-5-6-1,-5-4 0,-4-3 0,-4-3 1,-1-6-1,16-16 86</inkml:trace>
  <inkml:trace contextRef="#ctx0" brushRef="#br0" timeOffset="180">27438 19049 14349,'-1'-1'-10,"-8"-13"-96,4-5 0,2-5 752,-2-3-701,3-2 0,-4-1 0,6-4 0,0-3 0,0-1 0,1-1 0,4-1 0,5-1 0,3-1 0,3 2 0,3 4 0,5-1 0,3 3 0,2 2 0,-1 7 0,0 4 0,-3 8 0,-1 7 0,0 4 0,-2 2 0,-2 2 0,-4 4 0,-2 7-71,0 5 0,-6 1 0,-3-5 0,-3 2 0,-2 2 0,-2 1 0,-3-2 1,-4-1-1,-6-1 0,-2-2 0,-4-2 0,0-3 175,0-2 0,-2 4 0,3-5 1,3-2-1,1-2 0,1-1 0,1 0 1,1-1-1,4-4 0,4-5 0,3-2-4706,2-3 4657,13 1 0,-3-7 0,10-1 0</inkml:trace>
  <inkml:trace contextRef="#ctx0" brushRef="#br0" timeOffset="181">27910 18590 7736,'0'-10'527,"2"2"0,1 0 1,3 2-1,2-1 0,4 2 1,0 1-199,3-1 0,-1-2 0,1 4 0,-1-3 0,0-2 0,1-2 0,-2 1 0,-4-1 0,-4-1-20,-3-2 0,-2-1 1,-2 1-1,-3 3 1,-4 6-1,-4 4 1,-2 3-1,3 3 1,0 2-1,4 3-498,2 2 0,0 1 0,2 2 0,0 2 0,0 1 0,4-1 0,4-2 1,2-2-1,2 1 0,3-1 0,2 0 0,1-1-419,1-3 0,4 1 1,2-6-1,1-2 0,2-1 1,0-2-1,-2 0 0,-1 0 1,-3 0-1,-2-2 0,-2-1 1,-1-4 648,-3-1 1,-2-1-1,-5-6 1,2-1-1,-2-1 1,-2-2-1,-2 1 1,-2 2-1,-2 2 1,0-1-1,0 1 528,0-1 1,1 1-1,4 0 1,0-1-1,1 3 1,4 0-570,5 3 0,2 6 0,3-4 0</inkml:trace>
  <inkml:trace contextRef="#ctx0" brushRef="#br0" timeOffset="182">28630 18359 7887,'-15'0'449,"1"0"0,-1 0 0,1 0 0,0 0 0,-1 0 0,1 0 0,0 2 0,-1 3 0,2 4-219,4 4 0,1-3 0,5-1 0,-2 3 0,2 0 0,1 3 0,4-1 0,2 0 0,6 1-479,3-1 1,0-4 0,-2-2 0,-3 0 0,0 0 0,-2 3-1,1 2 1,-6 1-336,-4 1 0,0-7 1,-7-2-1,-1-1 1,-2 0 583,-1-2 0,6-8 0,1-3 0</inkml:trace>
  <inkml:trace contextRef="#ctx0" brushRef="#br0" timeOffset="183">28730 18403 7364,'-14'0'260,"0"0"0,-1 0 1,2 1-1,2 4 1,2 3-1,-1 2 1,2-1-1,3 4 1,4 3-1,1 3 1,0-1-1,1-2 3,4-2 0,5 0 0,7 1 0,4-2 0,1-2 0,4-3 1,0-2-1,-1-3 0,-1-1 0,0-2 0,-2-2 0,-1-2 75,0-6 0,-5 2 0,2-3 0,-6-4 0,-4-2 0,-1-1 0,-4 2 1,-1 2-1,-4-1 0,-3 1 0,-4 0 0,-4 1-400,-2 3 1,-4 4 0,-2 6 0,1 0 0,-1 2 0,2 1 61,-2 2 0,5 12 0,-5-1 0</inkml:trace>
  <inkml:trace contextRef="#ctx0" brushRef="#br0" timeOffset="184">29004 18662 7690,'-7'-8'741,"4"-4"0,-5 6 0,2-2 1,3-3-1,1-2 0,2-1 1,0-1-1,2 1 0,2-2 0,6-2-234,3-1 0,3 0 1,1 4-1,2 1 0,-1 0 1,0-1-1,-1 3 1,2 2-1,-1 5 0,-2 4 1,-2 1-1,1 0-471,-1 0 1,-1 8 0,-2 4 0,-1 7 0,-1 4-1,-1 2 1,-1 1 0,-3 0 0,3-2-1,-1 1 1,1 2 0,-3 1-1705,3-4 0,-4 3 1,5-5-1,0 2 1668,0 0 0,2 0 0,4 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03:52:00.920"/>
    </inkml:context>
    <inkml:brush xml:id="br0">
      <inkml:brushProperty name="height" value="0.053" units="cm"/>
      <inkml:brushProperty name="color" value="#FF0000"/>
    </inkml:brush>
  </inkml:definitions>
  <inkml:trace contextRef="#ctx0" brushRef="#br0">29867 7640 8259,'-7'-21'0,"6"5"0,-5-4 0,6 5 0,0 1 0,0-1 0,0 1 0,0 0 0,0-1 0,0 1 0,0-1 0,1 1 0,4 1 0,3 5 0,0 8 0,-2 8 0,-6 11 0,0 7 0,0 6 0,0 6 0,0 4 0,0 3 0,0 3 0,-1 4 0,-3 3 0,0-1 0,0-1 0,3-2 0,1 5 0,0-2 0,0-1 0,0-6 0,1-6 0,3-3 0,0-1 0,1-5 0,0-6 0,0-7 0,-2-3 0,3-2 0,-1 1 0,-2-12 0,-7-5 0,-6-2 0,-3-4 0,-1 1 0,0 1 0,-7-5 0,-2 3 0</inkml:trace>
  <inkml:trace contextRef="#ctx0" brushRef="#br0" timeOffset="1">29565 8316 8259,'-10'-1'0,"1"-2"0,-1-1 0,4 6 0,4 6 0,5 5 0,2-5 0,1 5 0,4-4 0,3 2 0,1-1 0,1-4 0,-1-1 0,0 0 0,1-2 0,-1-1 0,0-2 0,2 0 0,2 0 0,1 0 0,0 0 0,2-2 0,2-1 0,1-2 0,-2 0 0,-1-1 0,-2-2 0,2 0 0,-5-5 0,3 4 0,-3-3 0,-2 1 0,1 2 0,-1-1 0,0 0 0,-1 1 0,-2-1 0,-1 2 0,-7 2 0,4 6 0,-7 0 0</inkml:trace>
  <inkml:trace contextRef="#ctx0" brushRef="#br0" timeOffset="2">24745 14647 8884,'0'-14'1087,"5"4"0,0 1 1,-2-3-1,0 0 0,0-3 4461,2 1-5222,0-1 0,-3 1 0,1 0 0,2-1 0,-1 1 0,1-2 0,2-2 0,-1-2 0,0-3 0,-2-1 0,-1 0 0,0 0 0,2 0 0,-2 0 0,-2-1 0,-1-4 0,2-3 0,1 0 0,2 0 0,-2 0 0,-1-3 0,-2 0 0,0 0 1,0 3-1,1 1 0,3 2 0,0 1-326,0-1 0,-3 2 0,-1 3 0,0 5 0,0 3-1405,0 1 1,0 14 0,0 5-1,-1 8 1,-3 2 0,-2 0-1,-2 2-36,-3 3 1,-2-3 0,-1 5 0</inkml:trace>
  <inkml:trace contextRef="#ctx0" brushRef="#br0" timeOffset="3">24630 13985 8656,'0'-14'892,"0"0"1,2-1 0,1 1 0,2-1-1,-1 1 1,1 0 0,2 1 0,1 2 0,3 1-125,2-1 0,3-2 1,1-1-1,4 1 1,0 2-1,0 1 1,-4 1-1,1-1 0,-1 2 1,2 2-1,-1 2-725,-2 3 0,0 2 0,2 4 0,-1 5 0,-2 3 1,-4 1-1,0 0 0,2 1 0,1-1 0,1 0 0,-1-1 1,0-2-2270,1-1 0,-1 0 1,2 2 2225,3-2 0,-3 3 0,5-5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03:52:00.924"/>
    </inkml:context>
    <inkml:brush xml:id="br0">
      <inkml:brushProperty name="height" value="0.053" units="cm"/>
      <inkml:brushProperty name="color" value="#FF0000"/>
    </inkml:brush>
  </inkml:definitions>
  <inkml:trace contextRef="#ctx0" brushRef="#br0">25911 1683 8082,'-15'10'-187,"1"0"0,4-6 0,1 4 0,-3 0 294,0 0 0,-3 2 1,1 4-1,1 1 1,0-1-1,0 2 1,-3 2-1,0 2 1,0 3-1,0 2 1,-1 4-1,-2 5 1,0 4-1,-1 4 1,0 3-1,-3 2-124,-2 6 1,-3 8 0,-2 5 0,-2 2-1,-1 6 1,-1-1 0,0-1 0,1-3-1,-1-2 1,2-1 0,4-6 0,5-7 223,6-6-289,2-4 1,2-5 0,2-1 0,3-2 0,2-5 0,3-2 0,1-6 0,2-1 0,0-4 0,0-1 0,0-1-1,0-1 1,0 1 0,2-3-1936,2-2 2017,-2-4 0,4-12 0,-6-2 0</inkml:trace>
  <inkml:trace contextRef="#ctx0" brushRef="#br0" timeOffset="1">25062 3079 7996,'0'-10'115,"0"1"1,0-2 0,0-2 0,0-1 0,0-1 0,0 1 51,0-1 0,1 9 0,2 8 0,2 9 0,0 8 1,0 2-1,1 1 0,2-1 0,2 1-89,-2 1 0,5-6 1,-5 2-1,1-3 0,-1-1 1,0-2-1,0-4 1,3-4-1,2-3 0,2-4 1,-1-4-140,0-9 1,1-1-1,-1-8 1,0-1 0,1-3-1,-1 0 1,1 1-1,-1 1 1,0 2 0,2-2-1,4-1 61,4-2 0,9 1 0,4-1 0</inkml:trace>
  <inkml:trace contextRef="#ctx0" brushRef="#br0" timeOffset="2">17911 10690 7986,'-14'-6'589,"4"3"0,1-5 1,-1 0-12,2 0 0,0 3 0,5-5 0,-2-1 1,2-1-1,1-3 0,4 1 0,3 1 1,4 2-1,4 1 0,3-1 0,3-2 1,7-3-1,6-1 0,6-3 0,5 1 1,7 0-166,8 0 1,7-7-1,12 4 1,-36 10-1,1 2 1,2-1-1,2 2 1,2 1-1,1 2 1,2 1-1,0 0 1,3 2-1,1 0 1,0 0-1,0 1 1,1 0 0,0-1-1,-2 2 1,-1 1-1,-1 1 1,0 1-1029,-1 2 1,-1 2-1,0-2 1,1 0 0,-2 0-1,1 1 1,-3 0-1,0 1 1,-4 0 0,-1 1-1,31 8 1,-9-1 0,-5 0-1,-3 1 1,-3-3-1,-7 0 83,-6-3 1,2-6-1,-5 4 1</inkml:trace>
  <inkml:trace contextRef="#ctx0" brushRef="#br0" timeOffset="3">20055 10316 7986,'-27'-9'984,"3"-1"1,3 5-1,7-3 1,4 2 0,9 3-1,12 3 1,10 5 2677,9 4 1,0-1-3663,9 2 0,-6-1 0,4 6 0,0-1 0,-2 1 0,0 1 1,-3 1-1,-3 2 0,-4-1 0,-2-2 0,-4-2 0,-5 1 1,-4-1-1,-5 0 0,-7 1 0,-7-1 0,-11 2 0,-7 2 0,-6 1 0,-4-1 0,-8 4 0,-6 0 0</inkml:trace>
  <inkml:trace contextRef="#ctx0" brushRef="#br0" timeOffset="4">21422 10719 7986,'-2'-14'433,"-1"-1"0,-2 1 1,0 1-1,1 2 308,-1 1 0,0 9 1,5 1-1,0 8 1,0 6-1,0 4 1,0 3-1,2 1 1,1 2-1,2 0 1,-2 0-1,-2 0 1,-1 0-1107,0 0 1,0-7 0,0 3 0,0-3 0,0 1 0,0 1 0,2-3 364,3-5 0,-4-4 0,6-7 0</inkml:trace>
  <inkml:trace contextRef="#ctx0" brushRef="#br0" timeOffset="5">21652 10964 8559,'-14'0'1090,"4"0"1,0-2 0,1-3 0,1-4 0,3-4 0,3-1 0,2-1 0,0-1-648,0-3 1,0 2 0,2-6 0,1 2 0,4 4-1,1 1 1,1 1 0,1 1 0,-1 1 0,3 4 0,0 4-3124,3 3 2340,-1 2 0,1 2 0,-1 3 1,-1 4-1,-2 4 0,-2 3 0,1 2 1,0 1-1,-1-2 0,2 1 0,1 0 1,-1 1-1,-2-3 0,3-4 1,0-4 339,3-1 0,6 4 0,1-3 0</inkml:trace>
  <inkml:trace contextRef="#ctx0" brushRef="#br0" timeOffset="6">22156 10316 7986,'0'-14'833,"0"0"1,0 2-1,0 9 1,0 13 0,0 11-1,1 7-71,4 6 0,-2 3 1,5 6-1,-1 2 1,-3 1-1,1 2 1,2-2-1,-1-1 1,2-3-1,0-4 1,1-4-1,1-4-1009,0-1 0,-2-7 0,3-4 0,-3-9 1,-2-10-1,-3-11 0,-3-5 0,-4-2-76,-6-2 1,-8 5-1,-2-3 1,-3 4-1,-1 4 1,0 3-1,0 2 1,-1 3-1,-1 1 1,1 4 0,1 4-1,0 7 434,1 4 1,3 4 0,7-3-1,2 3 1,3-1 0,1 1-1,4-2 1,3 0 0,5-1-1,4-4 1,4-4 0,2-2-929,-1 0 1,7-5 0,3 2-1,3-3 1,2-2 0,-1-2 816,1-3 0,6-9 0,2-9 0</inkml:trace>
  <inkml:trace contextRef="#ctx0" brushRef="#br0" timeOffset="7">22371 10806 8249,'0'-15'992,"0"6"1,0 2 0,0 6-1,0 7 1,0 5-606,0 4 1,0-1-1,0 0 1,2 1-1,1 1 1,4 1-1,-1 2 1,2-1-1,0-2-387,3-2 0,8 1 0,4-1 0</inkml:trace>
  <inkml:trace contextRef="#ctx0" brushRef="#br0" timeOffset="8">22875 10791 7986,'-7'-13'722,"-2"4"1,1-2 0,-2 4-1,-1 1 1,-2-1 0,-1 4 0,-2 3-1,-2 3 1,-1 5 0,2 4 0,1 4 1834,1 0 0,2 4-2886,4 0 1,-2 4-1,4-4 1,1 1-1,-1 0 1,4-4-1,2-1 1,2-1-1,4-1 1,5 1-1,4-3 1,5-2 328,5-5 0,10-4 0,3-1 0</inkml:trace>
  <inkml:trace contextRef="#ctx0" brushRef="#br0" timeOffset="9">23249 10820 7986,'-6'-18'482,"-2"2"1,-2 4 0,0-1 0,-1 2 0,-2 1 0,-1 4 0,0 1 0,-2 0 0,-2 3 0,-3 6 318,-1 5 0,3 4 1,-4 3-1,3 2 1,2 2-1,4 1 0,4 2 1,4-3-1,1 3 1,0-3-1,2 1 0,3-3-777,5-2 1,3-3 0,6-2 0,0-3 0,2-2 0,4-3 0,2-1 0,2-2 0,0 0-1,0-2 1,0-1 0,-2-3-1032,-1-2 0,-2 5 1,-4-4-1,-1 2 1,0 1-1,1 0 1,-1 3 148,0 1 1,-6 1 0,-1 3-1,-1 0 1,4 0 0,3-3 857,1-1 0,0 0 0,1 0 0</inkml:trace>
  <inkml:trace contextRef="#ctx0" brushRef="#br0" timeOffset="10">23335 10791 7986,'8'-14'516,"-1"1"1,-1 2 0,4 1 0,2 1 0,4-1 0,4 2 0,4 0 0,3 2 0,2-2 0,-1 1-231,1 1 0,5-1 0,-2 4 0,-4-2 0,-4 2 0,-3 0 0,-2 0 0,1-2-286,-1 2 0,-7-5 0,-5 0 0</inkml:trace>
  <inkml:trace contextRef="#ctx0" brushRef="#br0" timeOffset="11">23565 10201 8444,'-14'-5'824,"0"1"1,4-6-1,0 8 1,1 7-1,1 10 1,3 7-1,4 10 1,1 8-1,0 10 1,0 5-1,1 8-185,4 1 1,-2 5 0,5-7 0,-2-3 0,-2-3 0,-3-6 0,1-6 0,1-9 0,2-7 0,0-9 0,1-3 0,4-3-3098,2-4 0,3-4 1,-1-10-1,1-4 1930,-1-4 1,13-14 0,4-4 0</inkml:trace>
  <inkml:trace contextRef="#ctx0" brushRef="#br0" timeOffset="12">23752 10719 9578,'-14'0'0,"0"0"0,1 2 0,2 1 0,3 3 0,0 2 0,1 5 0,1 3 0,3 5 665,1 1 1,2-2-1,2 2 1,3-1 0,6-4-1,5-1 1,3-1-1,0-3 1,2-2 0,3-5-1,1-4 1,1-1-438,-2 0 1,-2-1 0,2-2 0,-4-5-1,-4-4 1,-4-4 0,-2-1 0,-5-2 0,-4-2-1,-2-1 1,-4-2 0,-5 1-359,-2 4 1,-8 3 0,0 2 0,-1 1 0,-2 2-1,3 3 1,-1 1 0,3 4 0,4 3 0,4 5 0,5 4-9016,4 4 9145,1 2 0,13 5 0,3 3 0</inkml:trace>
  <inkml:trace contextRef="#ctx0" brushRef="#br0" timeOffset="13">24184 10935 7986,'0'-14'712,"0"-1"1,0 1 0,0-2 0,-2-2 0,-1-1 0,-2 0 0,1 0 0,-1 0-1,0-1 1,0 0 106,-1-4 0,4 1 0,-2 1 0,2 1 0,4 3 1,2 3-1,6 2 0,3 2 0,3 3 0,1 1 0,4 4 1,0 3-2443,0 5 0,4 3 0,-1 6 0,3 1 1623,2-1 0,0 7 0,0 1 0</inkml:trace>
  <inkml:trace contextRef="#ctx0" brushRef="#br0" timeOffset="14">25364 11223 7159,'1'-13'3274,"3"2"1,2 3 1428,2 1-4441,-5-4 0,5 8 0,-5-7 0,2-1 0,-2-2 0,-1-1 0,-2 0 0,0-2 0,0-2 0,-2-3 0,-2-1 0,-4-5 0,-2-5 0,0-8 0,1-5 0,1-4 0,3-3 0,3 0 0,2-1 0,2 2 0,3 3 0,6 5 0,7 4 0,6 4 0,3 3 1836,2 2-2946,6 7 1,-3 3-1,6 7 1,2 2-1,2 3 1,1 1-1,-2 4 1,-4 3-1,-8 6 1,-8 7-1,-7 6 848,-4 4 0,-10 7 0,-8 7 0</inkml:trace>
  <inkml:trace contextRef="#ctx0" brushRef="#br0" timeOffset="15">25321 10906 7986,'0'-9'558,"0"-1"0,-2-1 0,-1-2 0,-2-1 0,3-1 0,6 3 1,5 2-1,4 4 0,1 1-464,1 0 0,-1 0 1,1 5-1,-1 0 1,0 2-1,1 3 1,-1 4-1,1 2 1,-1 1-1,0-3 1,1 2-1,1 2-3756,3 1 1,-8-1 3661,3-3 0,4 3 0,4-5 0</inkml:trace>
  <inkml:trace contextRef="#ctx0" brushRef="#br0" timeOffset="16">25623 10906 10726,'0'-14'0,"0"-1"0,0 1 514,0 0 1,0 7 0,0 7 0,0 8 0,0 7 0,0 2 0,0 2 0,0 1 0,1-1 0,3 0 0,2-1-309,2-2 1,-3-2-1,4 0 1,3-1 0,0-2-1,3-3 1,-1-1 0,0-6-1,1-2 1,-1-7 0,1-3-72,-1-5 1,0-4-1,-1 3 1,-2-4 0,-3 0-1,-1-1 1,-4 1 0,0 2-1,0 4 1,2 4-9967,-2 0 9764,-1 5 0,4-1 0,2 7 0</inkml:trace>
  <inkml:trace contextRef="#ctx0" brushRef="#br0" timeOffset="17">26011 10892 9899,'0'9'571,"0"1"1,0 1 0,0 2 0,0 1 0,0 1 438,0-1 0,2-7 1,1-7-1,3-8 0,2-5-852,4-2 1,-1 1-1,0 1 1,-1 2-1,1 1 1,2 1 0,-1 2-1,0 7 1,-4 8-1106,-2 5 0,-1 2 0,-5 1 1,0 1-1,1 2 0,2-1 0,4 0 1,1-2-1,3 0 947,2-4 0,8 0 0,1 2 0</inkml:trace>
  <inkml:trace contextRef="#ctx0" brushRef="#br0" timeOffset="18">26443 10906 7986,'0'-14'580,"0"-1"0,0 1 1,-2 1-1,-1 2 0,-3 3 1,-2 2-1,-4 4 1,0 5-358,-3 7 0,6 8 1,-1 1-1,1 0 0,-1 0 1,2 0-1,2 0 1,1 1-1,0-1 0,0-2 1,2-1-1,1-1-840,2-1 1,5 1 0,2-3 0,1 0-1,3-4 1,1-2 0,3-3 0,-1-1 0,1-4-1,-3-3 598,-2-4 0,1-4 0,-6-1 0,0-1 0,0 1 0,-1-1 0,0 1 0,-3 0 0,-1-1 303,0 1 0,0-1 0,2 1 0,3 1 0,4 2 0,4 1 0,1 1 0,1 1 0,1 1 0,3 3-44,5-1 0,3-1 0,3 2 0,2 0 0,2-1 1,-2 0-1,-2 0 0,-1 2 0,0 1 0,-2 1 1,-1-2-1,-4-2-240,-1 2 0,-2-5 0,-5 0 0</inkml:trace>
  <inkml:trace contextRef="#ctx0" brushRef="#br0" timeOffset="19">26716 10288 9194,'-14'-13'602,"-1"3"0,6 4 0,1 7 0,1 6 0,4 7 1,2 9-1,1 5 0,0 6 0,0 6 0,1 6 1,2 7-282,2 3 0,2 2 1,-4-3-1,2 0 1,-2-4-1,-2-1 1,-1-6-1,0-2 1,2-7-1,1-3 1,2-5-1,0-3-3178,1-6 1,-3-1 0,7-12 2856,1-2 0,2-1 0,1-2 0</inkml:trace>
  <inkml:trace contextRef="#ctx0" brushRef="#br0" timeOffset="20">26918 10834 8182,'-10'0'474,"2"2"1,0 1 0,2 4 0,-1 1 0,4 3 0,1 1 0,2 3 0,0-1-908,0 1 1,0 4 0,2 0 432,3-1 0,3-2 0,6-2 0</inkml:trace>
  <inkml:trace contextRef="#ctx0" brushRef="#br0" timeOffset="21">27162 10849 8182,'-6'-8'578,"3"1"0,-7 7 0,0 2 0,2 3 0,2 4 0,1 4 0,0 1 1,2 2-1,2 2-373,1 1 1,1 0 0,2-3 0,4 2 0,1 0 0,3-4 0,2-3 0,3-1 0,1-2 0,3-3-1,-1-4 1,0-2 176,0-4 0,-1-5 0,-7-7 1,-3-3-1,-2 1 0,-3 0 1,-1-2-1,-2 0 0,-2 1 1,-2 2-1,-6 2 0,-1 2-2468,1-1 0,-1 6 0,5 1 2086,-2 1 0,4 3 0,-2 4 0</inkml:trace>
  <inkml:trace contextRef="#ctx0" brushRef="#br0" timeOffset="22">27522 11007 8814,'-10'0'1055,"2"-2"1,2-2 0,1-6 0,0-3-1,0-1 1,2-1 0,2-1-452,1-3 1,4 2 0,3-7 0,1 0-1,3 0 1,2 1 0,1 3 0,2 0-1,2 3 1,3 1 0,-1 5 0,1 3-573,-3 4 1,3 3 0,-2 2 0,-2 4-1,-1 6 1,-1 5 0,-1 5 0,0 2-1,1 1 1,-2 0 0,-2 0 0,-3-1-1821,-2 0 0,1 2 0,-4-4 0,2 0 0,-2 0 1788,-2-4 0,-1-1 0,0-1 0</inkml:trace>
  <inkml:trace contextRef="#ctx0" brushRef="#br0" timeOffset="23">18228 12172 8908,'-6'-8'2821,"6"-3"1,0 6-2244,8 2 0,6 2 0,5 1 0,7 0 1,6 0-1,6 0 0,5 0 0,5 0 1,5 0-1,6 0 0,7 0 0,7 0 1,4-2-1,3-1 0,0-4 0,-39 4 1,1-2-413,0 0 1,1-1 0,4 1-1,1-1 1,1 0 0,0 1 0,-1 0-1,0 0 1,0 0 0,0-1-1,-1 0 1,0-1 0,1 1 0,0 0-1,-1 0 1,0 2-167,-1 1 0,-1 1 0,37 1 0,-4 1 0</inkml:trace>
  <inkml:trace contextRef="#ctx0" brushRef="#br0" timeOffset="24">20041 17395 8580,'-8'-6'815,"-5"4"0,11-2 0,-3 8 0,4 6-576,1 3 1,0 1 0,0 1 0,0 1 0,0 1 0,0 2 0,0 0-1,1 1-53,4-1 1,-3 5 0,3-5 0,-4 0 0,-1 0 0,2 1-1,1-3 1,2-1 0,-2-1 0,0-1 0,0 0 15,2 1 0,2-6-197,-3 1 1,0-7-1,5 2 1,2-4 0,2-1-1,0-1 1,-2-2 0,-1-4-1,1 1 1,2-2 0,1 1-1,1 1 1,-1 1-963,0-1 946,1 4 0,-6-4 0,1 6 0,1 0 0,2 0 0,1 0 0,1 0 0,-1 0 0,0 0 0,1 0 0,-1 0 0,1 0 893,-1 0-854,0 0 0,-4 0 0,0 0 0,1 0 0,2 0 0,1 0 0,-1 1 0,-2 3-22,-2 0 1,-4 1-1,3-3 1,-1 3 0,-3 3-65,3 0 1,-6 4 0,6-4 0,-2 2 0,-1 0-1,1 1 1,0 2 192,0 1 0,0-4 0,-5-1 0,1 1 0,2-1-1,2 1 1,2-7-1,-4 0 1,3-4-1,1-6-180,-1-1 0,4-1 0,-6-6 0,1 3 0,0 0 0,0 3 0,0-1 1,-1 1-1,3 1-146,1 1 0,-3-2 0,3 2 0,-1 1 0,1-1 0,4 4 0,-1 0 0,0 0 174,-1-2 1,-1 0-1,6 5 1,-1 0 0,0 0-1,1 0 1,-1 0 0,1 0-1,-1 0 1,2 0 0,2 0-1,1 2 129,-2 3 0,4-4 0,0 6 0,0-3 0,-1 1 0,0-2 0,-1 1 0,2-1 1,-1 2-1,1-2 0,-2-2 0,0-1-31,1 0 0,0 0 0,-2 0 0,1 0 0,-1 0 0,-2 0 0,-2 0 0,1 0 0,-1 0 0,0 0 0,1 0 1,-1 0-77,0 0 0,1 0 1,-1 0-1,1 0 0,-1 0 1,0 0-1,1 0 0,-1 0 114,1 0 0,-6 0 0,1-1 0,1-2 0,2-2 0,0 0 0,-2 0 0,-3-1 0,0-1 326,0 1 1,-5 0 0,3 2 0,-1-2-1,0-2 1,-2-3 0,-1-2 0,-2-1 0,0-1-1,0 1-537,0 0 1,0-1 0,0 1 0,0-1-1,0 1 1,0 0 0,0-1 0,0 1-1,0-1 93,0 1 0,-7 0 0,-1-1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03:52:00.949"/>
    </inkml:context>
    <inkml:brush xml:id="br0">
      <inkml:brushProperty name="height" value="0.053" units="cm"/>
      <inkml:brushProperty name="color" value="#FF0000"/>
    </inkml:brush>
  </inkml:definitions>
  <inkml:trace contextRef="#ctx0" brushRef="#br0">22717 15395 7076,'0'-14'1588,"0"4"0,1 2 0,4 4 0,5 4-1161,2 3 0,4 3 1,4-3-1,5 2 0,7-2 1,8-1-1,10-2 1,10 2-1,14 1 0,-33-1 1,1 1-1,4-2 1,1 1-1,1-1 0,1-1 1,2 0-1,-1 0 1,0 0-1,1 0 0,-2 0 1,1 0-1,-2 0 1,0 0-348,-2 0 0,-1 0 0,30 0 0,-10 0 0,-10 0 0,-12 0 0,-8 0 0,-6 0 0,-5 0 0,-5 0 0,-3 0 0,-2 2-2883,1 3 0,-6-4 0,1 6 2803,1-1 0,2 2 0,1 7 0</inkml:trace>
  <inkml:trace contextRef="#ctx0" brushRef="#br0" timeOffset="1">22717 16604 15835,'20'0'857,"6"0"0,8-2 0,12-2 0,18-6 0,-23 4 0,3-1 0,6-1 0,3 0-881,5-1 0,1-1 0,4 2 0,0 0 1,6-1-1,2 0 0,3 3 0,2 1 1,2 2-1,0 1 0,3 2 0,0 2 1,-27 0-1,1 1 0,1 0 24,2 1 0,0 1 0,1 0 0,3 3 0,-1 0 0,2 0 0,4 0 0,0-1 0,0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03:52:00.951"/>
    </inkml:context>
    <inkml:brush xml:id="br0">
      <inkml:brushProperty name="height" value="0.053" units="cm"/>
      <inkml:brushProperty name="color" value="#FF0000"/>
    </inkml:brush>
  </inkml:definitions>
  <inkml:trace contextRef="#ctx0" brushRef="#br0">15595 12359 7853,'-6'-14'899,"4"-7"0,-9 10-349,6-3 0,0 3 0,7-2 0,3 2 0,4 3 0,4 0 0,2 1 1,-1 1-1,0 3 0,1 1 0,-1 2 0,0 0 0,1 0-96,-1 0 1,5 2 0,1 1 0,-1 3 0,2 2 0,3 2 0,4-1 0,6 1 0,4 1 0,5 2 0,5 1 0,5-1-455,3-3 0,14 6 1,7-5-1,-36-6 0,1 1 1,2 0-1,0 1 0,2-1 1,1 1-1,3 1 0,1 0 1,3 0-1,0 0 0,3 0 1,0 0-1,1-2 0,0 0 1,2 1-1,0-1 0,3 0 1,1-1-60,2 0 1,0 0 0,4 1 0,1 1 0,2-3 0,1 0 0,-1 1-1,0-1 1,1 1 0,0-2 0,2 1 0,0-1 0,4-1 0,2 1 0,-27-2-1,1 1 1,0-1 0,1 1 0,0 0 0,0-1 0,0 0 0,-1 0 0,1 0-1,-1 0 1,1 0 0,-1-1 0,2 0 0,-1 0 0,1 0-20,0 0 1,0 0 0,0 0-1,5 0 1,0 0 0,0 0-1,-1 0 1,1 0 0,-1 0-1,-1 0 1,1 0 0,-1 0-1,-1 0 1,1-1 0,0 0-1,0 0 1,-1 0 0,1 0-1,1 0 1,1-1 0,-1 0-1,1 1 1,0-1 0,0 1-1,-1-1 1,1 0 0,-1 1-1,-1-1 1,-1 0 0,1-1-1,-1 1 1,0 0 0,1 0 0,-1 0-1,1-1 1,0 2 69,1-1 0,-1 2 0,1-2 0,2 0 0,-1 0 0,1 0 0,-2 0 0,1 0 0,-1 0 0,-2-1 0,0 1 0,0 0 0,-1 0 0,0 0 0,-1 0 0,0 0 0,-1 1 0,1-1 0,0 0 0,0 1 0,0-1 0,0 1 0,0-1 0,0 0 0,0 1 0,1-1 0,-2 1 0,0-1 0,0 1 0,-1-1 0,0 0 0,0 0 0,0-1 0,-1 1 0,0 0 0,1 0-19,0 0 1,1 0-1,-1 0 1,1-2-1,-1 1 1,1 0-1,-1 1 1,0 1-1,0-1 1,26 0-1,-1-1 1,-1 1-1,0 0 1,-1-1 0,0-1-1,1 1 1,0 0-1,-1-1 1,0 0-1,-1 1 1,-1-1-1,-4 1 1,0-2-1,-3 2 1,0-2-1,-2 1 1,0-1-4,0 1 1,0 0 0,1-2 0,-1-1 0,-2 2 0,-2 0-1,-2 0 1,1-1 0,-3 1 0,1-1 0,0 1 0,0 1 0,-1-2-1,1 0 1,-1 1 0,0-1 0,-3 0 0,-1 1 0,-1 1-1,-1 0 1,-1 0 0,0 0 0,-1 1 0,1 0-34,-1 0 1,0-1 0,-1-1 0,-1 1 0,-2 0 0,0 1-1,-3 0 1,1 0 0,-2-1 0,0 1 0,-1 2 0,0-1-1,1 1 1,0-1 0,1 0 0,-1 1 0,2-2 0,0 1 0,-2 0-1,1 1 1,-1-1 0,0 1 0,-1-1 0,-1 0 7,-1 0 1,-1 0-1,2-1 1,-1 1-1,36 2 1,-2 0-1,-1-2 1,-2-1-1,0-2 1,-2 2-1,-3 1 1,-6 2-1,-5-1 1,-5-2 99,-1-2 1,-3 0-1,-5 3 1,-4-1-1,-4-3 1,-4-1 0,-1-1-1,-2 2 1,-3-2-1,-5 2 1,-4-2 0,-4 1-51,-1 1 1,-2-5 0,1 1 0,-2-1 0,-3 0-1,1 1-970,-2-1 1,-1 3 0,-4 0-1,-1 0 1,-3 2 0,-2-1 1781,-3 4-807,4-5 0,-6 6 0,5-4 0</inkml:trace>
  <inkml:trace contextRef="#ctx0" brushRef="#br0" timeOffset="1">28932 11928 7853,'-15'-8'247,"1"1"1,0 3 0,-1-1-1,1 2 1,-1 1 0,1 2 0,0 0 385,-1 0 0,2 2 0,4 2 0,6 4 0,4 2 0,7 0 0,3-1 0,7 1 0,3-1 0,4 1-147,3-2 0,7 5 0,3-5 0,5 1 1,4-1-1,1 0 0,-2-1 0,-1 1 0,-2-2 1,0 2-1,-1 0 0,-6 2-347,-7-2 0,-6 3 0,-11-5 0,-2 2 0,-9 3 0,-9 2 0,-11 3 0,-8 2 0,-6 1 0,-6 0 0,-1 2 0,0 3-3622,2 3 1,1 2 3482,-1 0 0,-4 6 0,5 2 0</inkml:trace>
  <inkml:trace contextRef="#ctx0" brushRef="#br0" timeOffset="2">15566 12590 7853,'-8'-7'251,"2"-1"1,1-1 304,0-1 0,-4 5 0,2-3 0,1 0 1,-2 2-1,2-2 0,-2 0 0,0-3 0,-4-2 1,1-1-1,0-1 0,1-1 0,-1-1 0,-2-3-75,-1 3 0,5-4 0,-1 0 0,-1 1 0,-2-3 0,0 2 0,2 1 0,3 2 0,2 0 0,2 1 1,3-2-356,1 1 1,0 2 0,1 3 0,4 2-1,5 3 1,3 2 0,1 2 0,0 3 0,1 1-1,1 0 52,3 0 1,-2 0 0,7 1 0,2 3 0,1 2-1,4 0 1,2 1 0,6-2 0,2-1 0,4 1-1,1-2 1,2-1-581,-2-2 0,4 0 0,-2 2 0,-2 1 0,-1 3 402,-2 2 0,0 2 0,1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D55A9-3A7F-D74E-916F-4D86EE728B75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1DDA5-E8A4-664E-9D2F-20BB38FCF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56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91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38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06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76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27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23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62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54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42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1DDA5-E8A4-664E-9D2F-20BB38FCFE1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74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03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68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7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00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59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34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5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4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65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5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9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9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nB7MyunUpibGMdeylvUAN4zY62NdPg9M8suaHcfVxc4/edit?usp=shar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iscord.gg/wgTNw872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d1mEm2Fy08?t=42s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7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69D1-06B2-8340-A68B-FCD71E81E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1298448"/>
            <a:ext cx="8610600" cy="3255264"/>
          </a:xfrm>
        </p:spPr>
        <p:txBody>
          <a:bodyPr>
            <a:noAutofit/>
          </a:bodyPr>
          <a:lstStyle/>
          <a:p>
            <a:br>
              <a:rPr lang="en-US" sz="6000" dirty="0"/>
            </a:br>
            <a:r>
              <a:rPr lang="en-US" sz="6000" dirty="0"/>
              <a:t>COSC 522: Machine Learning</a:t>
            </a:r>
            <a:br>
              <a:rPr lang="en-US" sz="6000" dirty="0"/>
            </a:br>
            <a:r>
              <a:rPr lang="en-US" sz="6000" dirty="0"/>
              <a:t>Lecture 1 –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4D391-F12B-3340-A433-D04F696B92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Fnu Suya</a:t>
            </a:r>
          </a:p>
          <a:p>
            <a:r>
              <a:rPr lang="en-US" dirty="0"/>
              <a:t>08/18/26</a:t>
            </a:r>
          </a:p>
        </p:txBody>
      </p:sp>
    </p:spTree>
    <p:extLst>
      <p:ext uri="{BB962C8B-B14F-4D97-AF65-F5344CB8AC3E}">
        <p14:creationId xmlns:p14="http://schemas.microsoft.com/office/powerpoint/2010/main" val="4530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F6C2-1CDC-CEAB-4DC1-C501826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instructor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FD87D-3CB6-F00E-C484-CA9AAF83CF7A}"/>
              </a:ext>
            </a:extLst>
          </p:cNvPr>
          <p:cNvSpPr txBox="1"/>
          <p:nvPr/>
        </p:nvSpPr>
        <p:spPr>
          <a:xfrm>
            <a:off x="3562502" y="369943"/>
            <a:ext cx="573915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/>
              <a:t>Instructor: Fnu Suya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 err="1"/>
              <a:t>suya@utk.edu</a:t>
            </a:r>
            <a:endParaRPr lang="en-US" sz="24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/>
              <a:t>Office: KMB 344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/>
              <a:t>Office hour: Mon 2:00 pm to 3:00 pm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/>
              <a:t>PhD in </a:t>
            </a:r>
            <a:r>
              <a:rPr lang="en-US" sz="2400" dirty="0" err="1"/>
              <a:t>CS@UVa</a:t>
            </a:r>
            <a:r>
              <a:rPr lang="en-US" sz="2400" dirty="0"/>
              <a:t>, </a:t>
            </a:r>
            <a:r>
              <a:rPr lang="en-US" sz="2400" dirty="0" err="1"/>
              <a:t>Postdoc@UMD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03739-6AB1-C6EA-EBBF-B399B93BD5F3}"/>
              </a:ext>
            </a:extLst>
          </p:cNvPr>
          <p:cNvSpPr txBox="1"/>
          <p:nvPr/>
        </p:nvSpPr>
        <p:spPr>
          <a:xfrm>
            <a:off x="3722785" y="3212242"/>
            <a:ext cx="792267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Research interest: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/>
              <a:t>Trustworthy Machine learning: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How to secure ML in adversarial environments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How to protect data privacy in ML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ML for Cybersecurity: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How to use ML for accurate and scalable malware detection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How to use ML for network anomaly detection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E66471-5485-EA43-DCEC-8D850D814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160" y="277531"/>
            <a:ext cx="2086302" cy="314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5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22AF-3056-C680-431C-227DAA896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Logistics: Course Syllabus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3E6352-3351-236C-E674-9FC2687B32E3}"/>
              </a:ext>
            </a:extLst>
          </p:cNvPr>
          <p:cNvSpPr txBox="1">
            <a:spLocks/>
          </p:cNvSpPr>
          <p:nvPr/>
        </p:nvSpPr>
        <p:spPr>
          <a:xfrm>
            <a:off x="3754827" y="118196"/>
            <a:ext cx="768096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0070C0"/>
                </a:solidFill>
              </a:rPr>
              <a:t>https://</a:t>
            </a:r>
            <a:r>
              <a:rPr lang="en-US" dirty="0" err="1">
                <a:solidFill>
                  <a:srgbClr val="0070C0"/>
                </a:solidFill>
              </a:rPr>
              <a:t>docs.google.com</a:t>
            </a:r>
            <a:r>
              <a:rPr lang="en-US" dirty="0">
                <a:solidFill>
                  <a:srgbClr val="0070C0"/>
                </a:solidFill>
              </a:rPr>
              <a:t>/document/d/1lYopNzjn_0AOipRiiwO4h2Ow64seQNeD/</a:t>
            </a:r>
            <a:r>
              <a:rPr lang="en-US" dirty="0" err="1">
                <a:solidFill>
                  <a:srgbClr val="0070C0"/>
                </a:solidFill>
              </a:rPr>
              <a:t>edit?usp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dirty="0" err="1">
                <a:solidFill>
                  <a:srgbClr val="0070C0"/>
                </a:solidFill>
              </a:rPr>
              <a:t>sharing&amp;ouid</a:t>
            </a:r>
            <a:r>
              <a:rPr lang="en-US" dirty="0">
                <a:solidFill>
                  <a:srgbClr val="0070C0"/>
                </a:solidFill>
              </a:rPr>
              <a:t>=114000599194691965836&amp;rtpof=</a:t>
            </a:r>
            <a:r>
              <a:rPr lang="en-US" dirty="0" err="1">
                <a:solidFill>
                  <a:srgbClr val="0070C0"/>
                </a:solidFill>
              </a:rPr>
              <a:t>true&amp;sd</a:t>
            </a:r>
            <a:r>
              <a:rPr lang="en-US" dirty="0">
                <a:solidFill>
                  <a:srgbClr val="0070C0"/>
                </a:solidFill>
              </a:rPr>
              <a:t>=true</a:t>
            </a:r>
          </a:p>
          <a:p>
            <a:pPr>
              <a:lnSpc>
                <a:spcPct val="100000"/>
              </a:lnSpc>
            </a:pPr>
            <a:r>
              <a:rPr lang="en-US" dirty="0"/>
              <a:t>This whole section is </a:t>
            </a:r>
            <a:r>
              <a:rPr lang="en-US" b="1" dirty="0"/>
              <a:t>required</a:t>
            </a:r>
            <a:r>
              <a:rPr lang="en-US" dirty="0"/>
              <a:t> reading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7964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EEE24-AEA2-A044-BD47-10ED2112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Logistics: Expected course load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CAD1F-B851-BD1C-FF41-683AE8CD5705}"/>
              </a:ext>
            </a:extLst>
          </p:cNvPr>
          <p:cNvSpPr txBox="1"/>
          <p:nvPr/>
        </p:nvSpPr>
        <p:spPr>
          <a:xfrm>
            <a:off x="3794235" y="1123837"/>
            <a:ext cx="74833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457200" defTabSz="9144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This is NOT a course that only teaches you how to import ML packages.</a:t>
            </a:r>
          </a:p>
          <a:p>
            <a:pPr marL="742950" lvl="1" indent="-457200" defTabSz="9144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Instead, you should have the foundation to understand the fundamentals of ML and even develop your own packages in future</a:t>
            </a:r>
          </a:p>
          <a:p>
            <a:pPr marL="285750" indent="-457200" defTabSz="9144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This course requires good understanding of linear algebra, some knowledge about convex optimization, probability and statistics, as well as good programming skills in Python.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45D47-2D23-37F8-F9CC-D8F5CBDDB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525" y="842500"/>
            <a:ext cx="7772400" cy="476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0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A1C3-75FF-D88A-599C-6874399B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Logistics: Grading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8B40BE-47D9-C28C-DC49-286945820DB8}"/>
              </a:ext>
            </a:extLst>
          </p:cNvPr>
          <p:cNvSpPr txBox="1">
            <a:spLocks/>
          </p:cNvSpPr>
          <p:nvPr/>
        </p:nvSpPr>
        <p:spPr>
          <a:xfrm>
            <a:off x="3754826" y="693683"/>
            <a:ext cx="7866366" cy="49747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(30% = 3*10%) </a:t>
            </a:r>
            <a:r>
              <a:rPr lang="en-US" sz="2000" dirty="0"/>
              <a:t>Homework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Mixture of handwritten problems (some theory) and coding exercise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(30%) </a:t>
            </a:r>
            <a:r>
              <a:rPr lang="en-US" sz="2000" dirty="0"/>
              <a:t>Midterm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In-class exam, no paperwork, no internet, calculator allowed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(30%) </a:t>
            </a:r>
            <a:r>
              <a:rPr lang="en-US" sz="2000" dirty="0"/>
              <a:t>Final project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ML related project, work with group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(10%) In-class </a:t>
            </a:r>
            <a:r>
              <a:rPr lang="en-US" sz="2000" dirty="0"/>
              <a:t>quizzes (5% for attendance, 5% for correctness)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Online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in-class</a:t>
            </a:r>
          </a:p>
          <a:p>
            <a:pPr marL="41148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Bonus points: </a:t>
            </a:r>
            <a:r>
              <a:rPr lang="en-US" sz="2000" dirty="0">
                <a:solidFill>
                  <a:schemeClr val="tx1"/>
                </a:solidFill>
              </a:rPr>
              <a:t>requires instructor approval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(5%) final project leads to workshop submission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(10%) final project leads to top-conference submission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2840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0570-9E0B-8420-A2FC-69374C91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Logistics:</a:t>
            </a:r>
            <a:br>
              <a:rPr lang="en-US" dirty="0"/>
            </a:br>
            <a:r>
              <a:rPr lang="en-US" dirty="0"/>
              <a:t>group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60D18-E7C5-93C0-BF90-EE5B7F7AE72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77566" y="715881"/>
            <a:ext cx="7744662" cy="3393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1200"/>
              </a:spcAft>
            </a:pPr>
            <a:r>
              <a:rPr lang="en-US" sz="2000" b="1" dirty="0"/>
              <a:t>Track 1: Methodological Advancement</a:t>
            </a:r>
            <a:r>
              <a:rPr lang="en-US" sz="2000" dirty="0"/>
              <a:t>: Advance ML Science </a:t>
            </a:r>
          </a:p>
          <a:p>
            <a:pPr lvl="1" fontAlgn="base">
              <a:spcAft>
                <a:spcPts val="1200"/>
              </a:spcAft>
            </a:pPr>
            <a:r>
              <a:rPr lang="en-US" dirty="0"/>
              <a:t>propose a novel technique</a:t>
            </a:r>
          </a:p>
          <a:p>
            <a:pPr lvl="1" fontAlgn="base">
              <a:spcAft>
                <a:spcPts val="1200"/>
              </a:spcAft>
            </a:pPr>
            <a:r>
              <a:rPr lang="en-US" dirty="0"/>
              <a:t>conduct a large-scale empirical study to compare existing methods and obtain new insights. </a:t>
            </a:r>
          </a:p>
          <a:p>
            <a:r>
              <a:rPr lang="en-US" sz="2000" b="1" dirty="0"/>
              <a:t>Track 2: Novel Application</a:t>
            </a:r>
            <a:r>
              <a:rPr lang="en-US" sz="2000" dirty="0"/>
              <a:t>: advance ML practice. </a:t>
            </a:r>
          </a:p>
          <a:p>
            <a:pPr lvl="1"/>
            <a:r>
              <a:rPr lang="en-US" dirty="0"/>
              <a:t>build a full-pipeline solution to a real-world problem, requiring data collection, cleaning, and modeling. </a:t>
            </a:r>
          </a:p>
          <a:p>
            <a:pPr lvl="1"/>
            <a:r>
              <a:rPr lang="en-US" dirty="0"/>
              <a:t>analyze scientific data from materials science or building a predictive system for a local Knoxville challenge.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3E157-E5BA-09ED-49CA-DB568FFEE973}"/>
              </a:ext>
            </a:extLst>
          </p:cNvPr>
          <p:cNvSpPr txBox="1"/>
          <p:nvPr/>
        </p:nvSpPr>
        <p:spPr>
          <a:xfrm>
            <a:off x="3877566" y="4238937"/>
            <a:ext cx="77446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 the group early: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Sign-up and enter the team information here: </a:t>
            </a:r>
            <a:r>
              <a:rPr lang="en-US" dirty="0">
                <a:solidFill>
                  <a:srgbClr val="0070C0"/>
                </a:solidFill>
                <a:hlinkClick r:id="rId2"/>
              </a:rPr>
              <a:t>https://docs.google.com/spreadsheets/d/1nB7MyunUpibGMdeylvUAN4zY62NdPg9M8suaHcfVxc4/edit?usp=sharing</a:t>
            </a:r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Deadline</a:t>
            </a:r>
            <a:r>
              <a:rPr lang="en-US" dirty="0"/>
              <a:t> to register for groups: </a:t>
            </a:r>
            <a:r>
              <a:rPr lang="en-US" dirty="0">
                <a:solidFill>
                  <a:srgbClr val="FF0000"/>
                </a:solidFill>
              </a:rPr>
              <a:t>Sep 2nd</a:t>
            </a:r>
            <a:r>
              <a:rPr lang="en-US" dirty="0"/>
              <a:t>. After, we will randomly group remaining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talk to me once you fix your group and identified the project title.</a:t>
            </a:r>
          </a:p>
        </p:txBody>
      </p:sp>
    </p:spTree>
    <p:extLst>
      <p:ext uri="{BB962C8B-B14F-4D97-AF65-F5344CB8AC3E}">
        <p14:creationId xmlns:p14="http://schemas.microsoft.com/office/powerpoint/2010/main" val="526829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A1C3-75FF-D88A-599C-6874399B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Logistics: </a:t>
            </a:r>
            <a:br>
              <a:rPr lang="en-US"/>
            </a:br>
            <a:r>
              <a:rPr lang="en-US"/>
              <a:t>Late </a:t>
            </a:r>
            <a:br>
              <a:rPr lang="en-US"/>
            </a:br>
            <a:r>
              <a:rPr lang="en-US"/>
              <a:t>Policy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6B8A4B-F322-F1E7-FDE7-E10AD83AC556}"/>
              </a:ext>
            </a:extLst>
          </p:cNvPr>
          <p:cNvSpPr txBox="1">
            <a:spLocks/>
          </p:cNvSpPr>
          <p:nvPr/>
        </p:nvSpPr>
        <p:spPr>
          <a:xfrm>
            <a:off x="3786358" y="860047"/>
            <a:ext cx="7680960" cy="460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dirty="0"/>
              <a:t>For each homework, students can submit late with the penalty of 25% deduction for every 24 hours late (up to 3 days).</a:t>
            </a:r>
          </a:p>
          <a:p>
            <a:pPr fontAlgn="base"/>
            <a:r>
              <a:rPr lang="en-US" dirty="0"/>
              <a:t>After 3 days, no more late submission is allowed.</a:t>
            </a:r>
          </a:p>
          <a:p>
            <a:pPr fontAlgn="base"/>
            <a:r>
              <a:rPr lang="en-US" dirty="0"/>
              <a:t>Extensions can be granted for special cases (email the instructor)</a:t>
            </a:r>
          </a:p>
        </p:txBody>
      </p:sp>
    </p:spTree>
    <p:extLst>
      <p:ext uri="{BB962C8B-B14F-4D97-AF65-F5344CB8AC3E}">
        <p14:creationId xmlns:p14="http://schemas.microsoft.com/office/powerpoint/2010/main" val="33364329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A1C3-75FF-D88A-599C-6874399B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Logistics: </a:t>
            </a:r>
            <a:br>
              <a:rPr lang="en-US"/>
            </a:br>
            <a:r>
              <a:rPr lang="en-US"/>
              <a:t>Collaboration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E863A-4358-4942-9428-ED14D392F89D}"/>
              </a:ext>
            </a:extLst>
          </p:cNvPr>
          <p:cNvSpPr txBox="1">
            <a:spLocks/>
          </p:cNvSpPr>
          <p:nvPr/>
        </p:nvSpPr>
        <p:spPr>
          <a:xfrm>
            <a:off x="3760376" y="606660"/>
            <a:ext cx="8407304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dirty="0"/>
              <a:t>Collaboration on homework assignments is encouraged but </a:t>
            </a:r>
            <a:br>
              <a:rPr lang="en-US" dirty="0"/>
            </a:br>
            <a:r>
              <a:rPr lang="en-US" dirty="0"/>
              <a:t>must be documented</a:t>
            </a:r>
          </a:p>
          <a:p>
            <a:pPr>
              <a:lnSpc>
                <a:spcPct val="130000"/>
              </a:lnSpc>
            </a:pPr>
            <a:r>
              <a:rPr lang="en-US" b="1" dirty="0"/>
              <a:t>You must always write your own code/answers</a:t>
            </a:r>
          </a:p>
          <a:p>
            <a:pPr lvl="1">
              <a:lnSpc>
                <a:spcPct val="130000"/>
              </a:lnSpc>
            </a:pPr>
            <a:r>
              <a:rPr lang="en-US" sz="2400" dirty="0"/>
              <a:t>You may not re-use code/previous versions of the homework, whether your own or otherwise</a:t>
            </a:r>
          </a:p>
          <a:p>
            <a:pPr lvl="1">
              <a:lnSpc>
                <a:spcPct val="130000"/>
              </a:lnSpc>
            </a:pPr>
            <a:r>
              <a:rPr lang="en-US" sz="2400" dirty="0"/>
              <a:t>Cannot use LLM to generate answers</a:t>
            </a:r>
          </a:p>
          <a:p>
            <a:pPr lvl="2">
              <a:lnSpc>
                <a:spcPct val="130000"/>
              </a:lnSpc>
            </a:pPr>
            <a:r>
              <a:rPr lang="en-US" sz="2200" dirty="0">
                <a:solidFill>
                  <a:srgbClr val="FF0000"/>
                </a:solidFill>
              </a:rPr>
              <a:t>0</a:t>
            </a:r>
            <a:r>
              <a:rPr lang="en-US" sz="2200" dirty="0"/>
              <a:t> points if got caught </a:t>
            </a:r>
          </a:p>
        </p:txBody>
      </p:sp>
    </p:spTree>
    <p:extLst>
      <p:ext uri="{BB962C8B-B14F-4D97-AF65-F5344CB8AC3E}">
        <p14:creationId xmlns:p14="http://schemas.microsoft.com/office/powerpoint/2010/main" val="366096757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21BD-AA91-24C5-3A60-02EF0D877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Logistics: Technologies</a:t>
            </a:r>
            <a:br>
              <a:rPr lang="en-US"/>
            </a:b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38FC11-63A9-CA93-339D-E5126247B947}"/>
              </a:ext>
            </a:extLst>
          </p:cNvPr>
          <p:cNvSpPr txBox="1">
            <a:spLocks/>
          </p:cNvSpPr>
          <p:nvPr/>
        </p:nvSpPr>
        <p:spPr>
          <a:xfrm>
            <a:off x="3562564" y="795969"/>
            <a:ext cx="8184254" cy="49290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</a:rPr>
              <a:t>Discord</a:t>
            </a:r>
            <a:r>
              <a:rPr lang="en-US" dirty="0"/>
              <a:t>, for course discussion: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hlinkClick r:id="rId2"/>
              </a:rPr>
              <a:t>https://discord.gg/wgTNw872Y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</a:rPr>
              <a:t>Canvas</a:t>
            </a:r>
            <a:r>
              <a:rPr lang="en-US" dirty="0"/>
              <a:t>, for hosting homework assignments, lecture slides, homework submissions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0070C0"/>
                </a:solidFill>
              </a:rPr>
              <a:t>PointSolutions</a:t>
            </a:r>
            <a:r>
              <a:rPr lang="en-US" dirty="0"/>
              <a:t> for in-class quizzes: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https://echo360.com/</a:t>
            </a:r>
            <a:r>
              <a:rPr lang="en-US" dirty="0" err="1"/>
              <a:t>pointsolutions</a:t>
            </a:r>
            <a:r>
              <a:rPr lang="en-US" dirty="0"/>
              <a:t>-login/</a:t>
            </a:r>
          </a:p>
        </p:txBody>
      </p:sp>
    </p:spTree>
    <p:extLst>
      <p:ext uri="{BB962C8B-B14F-4D97-AF65-F5344CB8AC3E}">
        <p14:creationId xmlns:p14="http://schemas.microsoft.com/office/powerpoint/2010/main" val="295101087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C71034-9012-CF5C-BDF4-3007B5CE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7757" y="492543"/>
            <a:ext cx="7857299" cy="512064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92F47-36D1-5125-2CF7-F15671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Logistics: Topics to Cover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BC652E-93F3-AEBB-9B9F-03180E1A12EF}"/>
              </a:ext>
            </a:extLst>
          </p:cNvPr>
          <p:cNvSpPr txBox="1"/>
          <p:nvPr/>
        </p:nvSpPr>
        <p:spPr>
          <a:xfrm>
            <a:off x="4020717" y="1993267"/>
            <a:ext cx="29218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Decision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KNNs &amp; Model Selection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MLE/MAP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Naïve Bayes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Learning Theory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E84351-6B90-443F-A1FB-DCA646DF7519}"/>
              </a:ext>
            </a:extLst>
          </p:cNvPr>
          <p:cNvSpPr txBox="1"/>
          <p:nvPr/>
        </p:nvSpPr>
        <p:spPr>
          <a:xfrm>
            <a:off x="7610817" y="1993267"/>
            <a:ext cx="42671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Backpropagation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CNNs, RNNs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Attention &amp; Transformers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Unsupervised Learning (PCA, Clustering)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Reinforcement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Pretraining, Fine-tuning, In-context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Generative Models for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E0FB1-E248-A1DB-1E85-C263F573F5AB}"/>
              </a:ext>
            </a:extLst>
          </p:cNvPr>
          <p:cNvSpPr txBox="1"/>
          <p:nvPr/>
        </p:nvSpPr>
        <p:spPr>
          <a:xfrm>
            <a:off x="3866110" y="1235673"/>
            <a:ext cx="3076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ML Basics and Foundation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52268-9F39-F655-F1E2-EB0468386AF9}"/>
              </a:ext>
            </a:extLst>
          </p:cNvPr>
          <p:cNvSpPr txBox="1"/>
          <p:nvPr/>
        </p:nvSpPr>
        <p:spPr>
          <a:xfrm>
            <a:off x="7740583" y="1235673"/>
            <a:ext cx="27126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Modern Deep Learning</a:t>
            </a:r>
          </a:p>
        </p:txBody>
      </p:sp>
    </p:spTree>
    <p:extLst>
      <p:ext uri="{BB962C8B-B14F-4D97-AF65-F5344CB8AC3E}">
        <p14:creationId xmlns:p14="http://schemas.microsoft.com/office/powerpoint/2010/main" val="3382430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9A6E5-0DEC-4113-2ED3-8C6E6B74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Machine Learning?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99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CAB3C-84AD-9E6C-F0E1-13729B7A8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br>
              <a:rPr lang="en-US"/>
            </a:br>
            <a:r>
              <a:rPr lang="en-US"/>
              <a:t>Machine Learning </a:t>
            </a:r>
            <a:br>
              <a:rPr lang="en-US"/>
            </a:br>
            <a:r>
              <a:rPr lang="en-US"/>
              <a:t>(A long long time ago…)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410B1262-2BF3-FA07-E10F-C19EEDBDB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tretch>
            <a:fillRect/>
          </a:stretch>
        </p:blipFill>
        <p:spPr>
          <a:xfrm>
            <a:off x="3784696" y="953344"/>
            <a:ext cx="3593750" cy="296036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52" name="Picture 4" descr="Understanding Netflix Long-Term Satisfaction Recommendation System">
            <a:extLst>
              <a:ext uri="{FF2B5EF4-FFF2-40B4-BE49-F238E27FC236}">
                <a16:creationId xmlns:a16="http://schemas.microsoft.com/office/drawing/2014/main" id="{BADB812A-C886-6AAD-F1A2-1E32F76ED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479" y="104097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5CA043-4F71-A4D2-299B-722D63BAE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765" y="2755470"/>
            <a:ext cx="2241369" cy="31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932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CAB3C-84AD-9E6C-F0E1-13729B7A8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br>
              <a:rPr lang="en-US"/>
            </a:br>
            <a:r>
              <a:rPr lang="en-US"/>
              <a:t>Machine Learning </a:t>
            </a:r>
            <a:br>
              <a:rPr lang="en-US"/>
            </a:br>
            <a:r>
              <a:rPr lang="en-US"/>
              <a:t>(A short time ago…)</a:t>
            </a:r>
          </a:p>
        </p:txBody>
      </p:sp>
      <p:pic>
        <p:nvPicPr>
          <p:cNvPr id="9" name="Picture 2" descr="See the source image">
            <a:extLst>
              <a:ext uri="{FF2B5EF4-FFF2-40B4-BE49-F238E27FC236}">
                <a16:creationId xmlns:a16="http://schemas.microsoft.com/office/drawing/2014/main" id="{22FB1A1C-18BF-BB9B-E3D3-FDDE5C21B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620" y="965345"/>
            <a:ext cx="5213978" cy="282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B97871D1-F0A4-69E4-9503-D291E51E3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344" y="1921878"/>
            <a:ext cx="3977311" cy="30050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A3D02E-52DC-2992-D5B3-57EA0D349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923" y="4128048"/>
            <a:ext cx="6123675" cy="189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685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027C-7278-D5B0-98E5-63C3467F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821A7-F09B-9957-0DEF-58BE3A07A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900" y="717830"/>
            <a:ext cx="5829441" cy="4865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701E76-D250-AFE1-3E93-DE89C4E09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743" y="1281099"/>
            <a:ext cx="7772400" cy="444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9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609A-34FA-A83C-8D67-7B103B52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What is </a:t>
            </a:r>
            <a:r>
              <a:rPr lang="en-US" strike="sngStrike" dirty="0"/>
              <a:t>Machine Learning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59B638A-C9C4-A721-8FC2-55983F3BB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7912" y="902014"/>
            <a:ext cx="7496774" cy="5044828"/>
          </a:xfrm>
        </p:spPr>
        <p:txBody>
          <a:bodyPr numCol="2">
            <a:noAutofit/>
          </a:bodyPr>
          <a:lstStyle/>
          <a:p>
            <a:pPr>
              <a:lnSpc>
                <a:spcPct val="100000"/>
              </a:lnSpc>
            </a:pPr>
            <a:r>
              <a:rPr lang="en-US"/>
              <a:t>Supervised Models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Decision Trees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KNN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Naïve Bayes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Perceptron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Logistic Regression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Linear Regression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Neural Networks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SVMs</a:t>
            </a:r>
          </a:p>
          <a:p>
            <a:pPr>
              <a:lnSpc>
                <a:spcPct val="100000"/>
              </a:lnSpc>
            </a:pPr>
            <a:r>
              <a:rPr lang="en-US"/>
              <a:t>Unsupervised Learning</a:t>
            </a:r>
          </a:p>
          <a:p>
            <a:pPr>
              <a:lnSpc>
                <a:spcPct val="100000"/>
              </a:lnSpc>
            </a:pPr>
            <a:r>
              <a:rPr lang="en-US"/>
              <a:t>Ensemble Methods</a:t>
            </a:r>
          </a:p>
          <a:p>
            <a:pPr>
              <a:lnSpc>
                <a:spcPct val="100000"/>
              </a:lnSpc>
            </a:pPr>
            <a:r>
              <a:rPr lang="en-US"/>
              <a:t>Graphical Models</a:t>
            </a:r>
          </a:p>
          <a:p>
            <a:pPr>
              <a:lnSpc>
                <a:spcPct val="100000"/>
              </a:lnSpc>
            </a:pPr>
            <a:r>
              <a:rPr lang="en-US"/>
              <a:t>Learning Theory</a:t>
            </a:r>
          </a:p>
          <a:p>
            <a:pPr>
              <a:lnSpc>
                <a:spcPct val="100000"/>
              </a:lnSpc>
            </a:pPr>
            <a:r>
              <a:rPr lang="en-US"/>
              <a:t>Reinforcement Learning</a:t>
            </a:r>
          </a:p>
          <a:p>
            <a:pPr>
              <a:lnSpc>
                <a:spcPct val="100000"/>
              </a:lnSpc>
            </a:pPr>
            <a:r>
              <a:rPr lang="en-US"/>
              <a:t>Deep Learning</a:t>
            </a:r>
          </a:p>
          <a:p>
            <a:pPr>
              <a:lnSpc>
                <a:spcPct val="100000"/>
              </a:lnSpc>
            </a:pPr>
            <a:r>
              <a:rPr lang="en-US"/>
              <a:t>Generative AI </a:t>
            </a:r>
          </a:p>
          <a:p>
            <a:pPr>
              <a:lnSpc>
                <a:spcPct val="100000"/>
              </a:lnSpc>
            </a:pPr>
            <a:r>
              <a:rPr lang="en-US"/>
              <a:t>Important Concepts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Feature Engineering 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Regularization and Overfitting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Experimental Design</a:t>
            </a:r>
          </a:p>
          <a:p>
            <a:pPr lvl="1">
              <a:lnSpc>
                <a:spcPct val="100000"/>
              </a:lnSpc>
            </a:pPr>
            <a:r>
              <a:rPr lang="en-US" sz="2400"/>
              <a:t>Societal Implications</a:t>
            </a:r>
          </a:p>
        </p:txBody>
      </p:sp>
    </p:spTree>
    <p:extLst>
      <p:ext uri="{BB962C8B-B14F-4D97-AF65-F5344CB8AC3E}">
        <p14:creationId xmlns:p14="http://schemas.microsoft.com/office/powerpoint/2010/main" val="11785291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5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25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5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5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25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25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25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25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25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FD0D-7578-EDE9-A461-95CD45A6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Defining a Machine Learning </a:t>
            </a:r>
            <a:br>
              <a:rPr lang="en-US"/>
            </a:br>
            <a:r>
              <a:rPr lang="en-US"/>
              <a:t>Task </a:t>
            </a:r>
            <a:br>
              <a:rPr lang="en-US"/>
            </a:br>
            <a:r>
              <a:rPr lang="en-US"/>
              <a:t>(Mitchell, 97)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894F4-F26C-4594-C0A6-9DE1094CC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A computer program </a:t>
            </a:r>
            <a:r>
              <a:rPr lang="en-US" b="1"/>
              <a:t>learns</a:t>
            </a:r>
            <a:r>
              <a:rPr lang="en-US"/>
              <a:t> if its </a:t>
            </a:r>
            <a:r>
              <a:rPr lang="en-US" i="1"/>
              <a:t>performance</a:t>
            </a:r>
            <a:r>
              <a:rPr lang="en-US"/>
              <a:t>, </a:t>
            </a:r>
            <a:r>
              <a:rPr lang="en-US" i="1"/>
              <a:t>P</a:t>
            </a:r>
            <a:r>
              <a:rPr lang="en-US"/>
              <a:t>, at some </a:t>
            </a:r>
            <a:r>
              <a:rPr lang="en-US" i="1"/>
              <a:t>task</a:t>
            </a:r>
            <a:r>
              <a:rPr lang="en-US"/>
              <a:t>, </a:t>
            </a:r>
            <a:r>
              <a:rPr lang="en-US" i="1"/>
              <a:t>T</a:t>
            </a:r>
            <a:r>
              <a:rPr lang="en-US"/>
              <a:t>, improves with </a:t>
            </a:r>
            <a:r>
              <a:rPr lang="en-US" i="1"/>
              <a:t>experience</a:t>
            </a:r>
            <a:r>
              <a:rPr lang="en-US"/>
              <a:t>, </a:t>
            </a:r>
            <a:r>
              <a:rPr lang="en-US" i="1"/>
              <a:t>E</a:t>
            </a:r>
            <a:r>
              <a:rPr lang="en-US"/>
              <a:t>. </a:t>
            </a:r>
          </a:p>
          <a:p>
            <a:pPr>
              <a:lnSpc>
                <a:spcPct val="130000"/>
              </a:lnSpc>
            </a:pPr>
            <a:r>
              <a:rPr lang="en-US"/>
              <a:t>Three components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Task, T</a:t>
            </a:r>
          </a:p>
          <a:p>
            <a:pPr marL="502920" lvl="1" indent="0" algn="ctr">
              <a:lnSpc>
                <a:spcPct val="130000"/>
              </a:lnSpc>
              <a:buNone/>
            </a:pPr>
            <a:endParaRPr lang="en-US" sz="2400"/>
          </a:p>
          <a:p>
            <a:pPr lvl="1">
              <a:lnSpc>
                <a:spcPct val="130000"/>
              </a:lnSpc>
            </a:pPr>
            <a:r>
              <a:rPr lang="en-US" sz="2400"/>
              <a:t>Performance metric, P</a:t>
            </a:r>
          </a:p>
          <a:p>
            <a:pPr lvl="1">
              <a:lnSpc>
                <a:spcPct val="130000"/>
              </a:lnSpc>
            </a:pPr>
            <a:endParaRPr lang="en-US" sz="2400"/>
          </a:p>
          <a:p>
            <a:pPr lvl="1">
              <a:lnSpc>
                <a:spcPct val="130000"/>
              </a:lnSpc>
            </a:pPr>
            <a:r>
              <a:rPr lang="en-US" sz="2400"/>
              <a:t>Experience, E</a:t>
            </a:r>
          </a:p>
          <a:p>
            <a:pPr lvl="1">
              <a:lnSpc>
                <a:spcPct val="130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734254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FD0D-7578-EDE9-A461-95CD45A6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Defining a Machine Learning </a:t>
            </a:r>
            <a:br>
              <a:rPr lang="en-US"/>
            </a:br>
            <a:r>
              <a:rPr lang="en-US"/>
              <a:t>Task: </a:t>
            </a:r>
            <a:br>
              <a:rPr lang="en-US"/>
            </a:br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894F4-F26C-4594-C0A6-9DE1094CC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Learning to approve loans/lines of credit</a:t>
            </a:r>
            <a:br>
              <a:rPr lang="en-US"/>
            </a:br>
            <a:endParaRPr lang="en-US"/>
          </a:p>
          <a:p>
            <a:pPr>
              <a:lnSpc>
                <a:spcPct val="130000"/>
              </a:lnSpc>
            </a:pPr>
            <a:r>
              <a:rPr lang="en-US"/>
              <a:t>Three components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Task, T</a:t>
            </a:r>
          </a:p>
          <a:p>
            <a:pPr marL="502920" lvl="1" indent="0" algn="ctr">
              <a:lnSpc>
                <a:spcPct val="130000"/>
              </a:lnSpc>
              <a:buNone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Decide whether to extend someone a loan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Performance metric, P</a:t>
            </a:r>
          </a:p>
          <a:p>
            <a:pPr marL="502920" lvl="1" indent="0" algn="ctr">
              <a:lnSpc>
                <a:spcPct val="130000"/>
              </a:lnSpc>
              <a:buNone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Number of people who default on their loan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Experience, E</a:t>
            </a:r>
          </a:p>
          <a:p>
            <a:pPr marL="502920" lvl="1" indent="0" algn="ctr">
              <a:lnSpc>
                <a:spcPct val="130000"/>
              </a:lnSpc>
              <a:buNone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Interviews with loan officers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9E19D3-11C6-B913-A401-510824AEE866}"/>
              </a:ext>
            </a:extLst>
          </p:cNvPr>
          <p:cNvSpPr/>
          <p:nvPr/>
        </p:nvSpPr>
        <p:spPr>
          <a:xfrm>
            <a:off x="4927600" y="3213100"/>
            <a:ext cx="5706535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1AD2F-4A6C-8C97-85B9-A425E7A10771}"/>
              </a:ext>
            </a:extLst>
          </p:cNvPr>
          <p:cNvSpPr/>
          <p:nvPr/>
        </p:nvSpPr>
        <p:spPr>
          <a:xfrm>
            <a:off x="4927600" y="4383024"/>
            <a:ext cx="5706535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AB4FDF-EF37-829C-6CA3-CADE26B7DF1B}"/>
              </a:ext>
            </a:extLst>
          </p:cNvPr>
          <p:cNvSpPr/>
          <p:nvPr/>
        </p:nvSpPr>
        <p:spPr>
          <a:xfrm>
            <a:off x="5105400" y="5509120"/>
            <a:ext cx="5706535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D9B93A2-D145-7406-6D4A-BB0156DE3239}"/>
                  </a:ext>
                </a:extLst>
              </p14:cNvPr>
              <p14:cNvContentPartPr/>
              <p14:nvPr/>
            </p14:nvContentPartPr>
            <p14:xfrm>
              <a:off x="5249520" y="3038040"/>
              <a:ext cx="6160680" cy="315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D9B93A2-D145-7406-6D4A-BB0156DE32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40160" y="3028680"/>
                <a:ext cx="6179400" cy="317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390879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FD0D-7578-EDE9-A461-95CD45A6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Defining a Machine Learning </a:t>
            </a:r>
            <a:br>
              <a:rPr lang="en-US"/>
            </a:br>
            <a:r>
              <a:rPr lang="en-US"/>
              <a:t>Task: </a:t>
            </a:r>
            <a:br>
              <a:rPr lang="en-US"/>
            </a:br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894F4-F26C-4594-C0A6-9DE1094CC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Learning to approve loans/lines of credit</a:t>
            </a:r>
            <a:br>
              <a:rPr lang="en-US"/>
            </a:br>
            <a:endParaRPr lang="en-US"/>
          </a:p>
          <a:p>
            <a:pPr>
              <a:lnSpc>
                <a:spcPct val="130000"/>
              </a:lnSpc>
            </a:pPr>
            <a:r>
              <a:rPr lang="en-US"/>
              <a:t>Three components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Task, T</a:t>
            </a:r>
          </a:p>
          <a:p>
            <a:pPr marL="502920" lvl="1" indent="0" algn="ctr">
              <a:lnSpc>
                <a:spcPct val="130000"/>
              </a:lnSpc>
              <a:buNone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Predict the probability someone defaults on a loan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Performance metric, P</a:t>
            </a:r>
          </a:p>
          <a:p>
            <a:pPr marL="502920" lvl="1" indent="0" algn="ctr">
              <a:lnSpc>
                <a:spcPct val="130000"/>
              </a:lnSpc>
              <a:buNone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Amount of money (interest) made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Experience, E</a:t>
            </a:r>
          </a:p>
          <a:p>
            <a:pPr marL="502920" lvl="1" indent="0" algn="ctr">
              <a:lnSpc>
                <a:spcPct val="130000"/>
              </a:lnSpc>
              <a:buNone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Historical data on loan defaults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C9C6A-9E74-E95B-8D45-928AA4024CF9}"/>
              </a:ext>
            </a:extLst>
          </p:cNvPr>
          <p:cNvSpPr/>
          <p:nvPr/>
        </p:nvSpPr>
        <p:spPr>
          <a:xfrm>
            <a:off x="4241800" y="3213100"/>
            <a:ext cx="6705600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56A042-9AD1-0BE4-8443-549504917CFB}"/>
              </a:ext>
            </a:extLst>
          </p:cNvPr>
          <p:cNvSpPr/>
          <p:nvPr/>
        </p:nvSpPr>
        <p:spPr>
          <a:xfrm>
            <a:off x="4241800" y="4383024"/>
            <a:ext cx="6705600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B41EEB-E75B-DBDE-DA8F-E64229A8A8EC}"/>
              </a:ext>
            </a:extLst>
          </p:cNvPr>
          <p:cNvSpPr/>
          <p:nvPr/>
        </p:nvSpPr>
        <p:spPr>
          <a:xfrm>
            <a:off x="4419600" y="5509120"/>
            <a:ext cx="6705600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6003EA2-10D2-210A-B077-D2AEAFF58DD6}"/>
                  </a:ext>
                </a:extLst>
              </p14:cNvPr>
              <p14:cNvContentPartPr/>
              <p14:nvPr/>
            </p14:nvContentPartPr>
            <p14:xfrm>
              <a:off x="5149440" y="2791800"/>
              <a:ext cx="6649200" cy="3678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6003EA2-10D2-210A-B077-D2AEAFF58D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40080" y="2782440"/>
                <a:ext cx="6667920" cy="369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393916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FD0D-7578-EDE9-A461-95CD45A6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Defining a Machine Learning </a:t>
            </a:r>
            <a:br>
              <a:rPr lang="en-US"/>
            </a:br>
            <a:r>
              <a:rPr lang="en-US"/>
              <a:t>Task: </a:t>
            </a:r>
            <a:br>
              <a:rPr lang="en-US"/>
            </a:br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894F4-F26C-4594-C0A6-9DE1094CC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/>
              <a:t>Learning to </a:t>
            </a:r>
            <a:br>
              <a:rPr lang="en-US"/>
            </a:br>
            <a:endParaRPr lang="en-US"/>
          </a:p>
          <a:p>
            <a:pPr>
              <a:lnSpc>
                <a:spcPct val="130000"/>
              </a:lnSpc>
            </a:pPr>
            <a:r>
              <a:rPr lang="en-US"/>
              <a:t>Three components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Task, T</a:t>
            </a:r>
          </a:p>
          <a:p>
            <a:pPr lvl="1">
              <a:lnSpc>
                <a:spcPct val="130000"/>
              </a:lnSpc>
            </a:pPr>
            <a:endParaRPr lang="en-US" sz="2400"/>
          </a:p>
          <a:p>
            <a:pPr lvl="1">
              <a:lnSpc>
                <a:spcPct val="130000"/>
              </a:lnSpc>
            </a:pPr>
            <a:r>
              <a:rPr lang="en-US" sz="2400"/>
              <a:t>Performance metric, P</a:t>
            </a:r>
          </a:p>
          <a:p>
            <a:pPr lvl="1">
              <a:lnSpc>
                <a:spcPct val="130000"/>
              </a:lnSpc>
            </a:pPr>
            <a:endParaRPr lang="en-US" sz="2400"/>
          </a:p>
          <a:p>
            <a:pPr lvl="1">
              <a:lnSpc>
                <a:spcPct val="130000"/>
              </a:lnSpc>
            </a:pPr>
            <a:r>
              <a:rPr lang="en-US" sz="2400"/>
              <a:t>Experience, E</a:t>
            </a:r>
          </a:p>
          <a:p>
            <a:pPr lvl="1">
              <a:lnSpc>
                <a:spcPct val="130000"/>
              </a:lnSpc>
            </a:pPr>
            <a:endParaRPr lang="en-US" sz="2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CAAB13-A5F9-C99D-1E0A-2C09EBCBE736}"/>
                  </a:ext>
                </a:extLst>
              </p14:cNvPr>
              <p14:cNvContentPartPr/>
              <p14:nvPr/>
            </p14:nvContentPartPr>
            <p14:xfrm>
              <a:off x="4911480" y="824040"/>
              <a:ext cx="6219000" cy="5241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CAAB13-A5F9-C99D-1E0A-2C09EBCBE7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02120" y="814680"/>
                <a:ext cx="6237720" cy="526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8418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FD0D-7578-EDE9-A461-95CD45A6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Defining a Machine Learning </a:t>
            </a:r>
            <a:br>
              <a:rPr lang="en-US"/>
            </a:br>
            <a:r>
              <a:rPr lang="en-US"/>
              <a:t>Task: </a:t>
            </a:r>
            <a:br>
              <a:rPr lang="en-US"/>
            </a:br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894F4-F26C-4594-C0A6-9DE1094CC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dirty="0"/>
              <a:t>Learning to </a:t>
            </a:r>
            <a:br>
              <a:rPr lang="en-US" dirty="0"/>
            </a:br>
            <a:endParaRPr lang="en-US" dirty="0"/>
          </a:p>
          <a:p>
            <a:pPr>
              <a:lnSpc>
                <a:spcPct val="130000"/>
              </a:lnSpc>
            </a:pPr>
            <a:r>
              <a:rPr lang="en-US" dirty="0"/>
              <a:t>Three components</a:t>
            </a:r>
          </a:p>
          <a:p>
            <a:pPr lvl="1">
              <a:lnSpc>
                <a:spcPct val="130000"/>
              </a:lnSpc>
            </a:pPr>
            <a:r>
              <a:rPr lang="en-US" sz="2400" dirty="0"/>
              <a:t>Task, T</a:t>
            </a:r>
          </a:p>
          <a:p>
            <a:pPr lvl="1">
              <a:lnSpc>
                <a:spcPct val="130000"/>
              </a:lnSpc>
            </a:pPr>
            <a:endParaRPr lang="en-US" sz="2400" dirty="0"/>
          </a:p>
          <a:p>
            <a:pPr lvl="1">
              <a:lnSpc>
                <a:spcPct val="130000"/>
              </a:lnSpc>
            </a:pPr>
            <a:r>
              <a:rPr lang="en-US" sz="2400" dirty="0"/>
              <a:t>Performance metric, P</a:t>
            </a:r>
          </a:p>
          <a:p>
            <a:pPr lvl="1">
              <a:lnSpc>
                <a:spcPct val="130000"/>
              </a:lnSpc>
            </a:pPr>
            <a:endParaRPr lang="en-US" sz="2400" dirty="0"/>
          </a:p>
          <a:p>
            <a:pPr lvl="1">
              <a:lnSpc>
                <a:spcPct val="130000"/>
              </a:lnSpc>
            </a:pPr>
            <a:r>
              <a:rPr lang="en-US" sz="2400" dirty="0"/>
              <a:t>Experience, E</a:t>
            </a:r>
          </a:p>
          <a:p>
            <a:pPr lvl="1">
              <a:lnSpc>
                <a:spcPct val="130000"/>
              </a:lnSpc>
            </a:pP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05B5FE9-49F3-FBAC-0F0D-80E2F13F0E64}"/>
                  </a:ext>
                </a:extLst>
              </p14:cNvPr>
              <p14:cNvContentPartPr/>
              <p14:nvPr/>
            </p14:nvContentPartPr>
            <p14:xfrm>
              <a:off x="5086440" y="794880"/>
              <a:ext cx="6716880" cy="6063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5B5FE9-49F3-FBAC-0F0D-80E2F13F0E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7080" y="785520"/>
                <a:ext cx="6735600" cy="608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137785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ECCD-64FC-AB36-27AD-07AB6A0BE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Learning to diagnose heart disease  </a:t>
            </a:r>
          </a:p>
          <a:p>
            <a:pPr marL="0" indent="0" algn="ctr">
              <a:buNone/>
            </a:pPr>
            <a:r>
              <a:rPr lang="en-US"/>
              <a:t>as a </a:t>
            </a:r>
            <a:r>
              <a:rPr lang="en-US" b="1"/>
              <a:t>(supervised) binary classification task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first Machine Learning </a:t>
            </a:r>
            <a:br>
              <a:rPr lang="en-US"/>
            </a:br>
            <a:r>
              <a:rPr lang="en-US"/>
              <a:t>Task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9ACC552-B2BB-BB0C-DCDE-943BCFE83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517531"/>
              </p:ext>
            </p:extLst>
          </p:nvPr>
        </p:nvGraphicFramePr>
        <p:xfrm>
          <a:off x="4634681" y="3424492"/>
          <a:ext cx="491331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4470270C-EAD7-5EAE-7B2A-A0699CD3D8A4}"/>
              </a:ext>
            </a:extLst>
          </p:cNvPr>
          <p:cNvSpPr/>
          <p:nvPr/>
        </p:nvSpPr>
        <p:spPr>
          <a:xfrm rot="5400000">
            <a:off x="6330893" y="1256254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B398A32E-B6A2-F9A0-D373-08E66FEE82BD}"/>
              </a:ext>
            </a:extLst>
          </p:cNvPr>
          <p:cNvSpPr/>
          <p:nvPr/>
        </p:nvSpPr>
        <p:spPr>
          <a:xfrm rot="5400000">
            <a:off x="8796512" y="2649041"/>
            <a:ext cx="451335" cy="105162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50EE4B-F128-982B-F550-46EAE78D2760}"/>
              </a:ext>
            </a:extLst>
          </p:cNvPr>
          <p:cNvSpPr txBox="1"/>
          <p:nvPr/>
        </p:nvSpPr>
        <p:spPr>
          <a:xfrm>
            <a:off x="5462721" y="2490801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81B7B-2F89-E1B4-7345-09E9CBD7C180}"/>
              </a:ext>
            </a:extLst>
          </p:cNvPr>
          <p:cNvSpPr txBox="1"/>
          <p:nvPr/>
        </p:nvSpPr>
        <p:spPr>
          <a:xfrm>
            <a:off x="8415154" y="2487523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BD741D76-91A1-9043-07B2-F9302B1095A7}"/>
              </a:ext>
            </a:extLst>
          </p:cNvPr>
          <p:cNvSpPr/>
          <p:nvPr/>
        </p:nvSpPr>
        <p:spPr>
          <a:xfrm>
            <a:off x="4152126" y="4073627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1B7225-5B2A-979F-E08A-0E05B825A8EB}"/>
              </a:ext>
            </a:extLst>
          </p:cNvPr>
          <p:cNvSpPr txBox="1"/>
          <p:nvPr/>
        </p:nvSpPr>
        <p:spPr>
          <a:xfrm rot="16200000">
            <a:off x="2771332" y="4743151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</p:spTree>
    <p:extLst>
      <p:ext uri="{BB962C8B-B14F-4D97-AF65-F5344CB8AC3E}">
        <p14:creationId xmlns:p14="http://schemas.microsoft.com/office/powerpoint/2010/main" val="388605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ECCD-64FC-AB36-27AD-07AB6A0BE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Learning to diagnose heart disease  </a:t>
            </a:r>
          </a:p>
          <a:p>
            <a:pPr marL="0" indent="0" algn="ctr">
              <a:buNone/>
            </a:pPr>
            <a:r>
              <a:rPr lang="en-US"/>
              <a:t>as a </a:t>
            </a:r>
            <a:r>
              <a:rPr lang="en-US" b="1"/>
              <a:t>(</a:t>
            </a:r>
            <a:r>
              <a:rPr lang="en-US" b="1" u="sng"/>
              <a:t>supervised</a:t>
            </a:r>
            <a:r>
              <a:rPr lang="en-US" b="1"/>
              <a:t>) binary classification task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first Machine Learning </a:t>
            </a:r>
            <a:br>
              <a:rPr lang="en-US"/>
            </a:br>
            <a:r>
              <a:rPr lang="en-US"/>
              <a:t>Task</a:t>
            </a:r>
          </a:p>
        </p:txBody>
      </p:sp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AB20BFB5-E80B-0C4C-D54D-5AE3C7F50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478249"/>
              </p:ext>
            </p:extLst>
          </p:nvPr>
        </p:nvGraphicFramePr>
        <p:xfrm>
          <a:off x="4634681" y="3424492"/>
          <a:ext cx="491331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  <p:sp>
        <p:nvSpPr>
          <p:cNvPr id="23" name="Left Brace 22">
            <a:extLst>
              <a:ext uri="{FF2B5EF4-FFF2-40B4-BE49-F238E27FC236}">
                <a16:creationId xmlns:a16="http://schemas.microsoft.com/office/drawing/2014/main" id="{66125C70-ECFE-A4CE-9190-481724F50D64}"/>
              </a:ext>
            </a:extLst>
          </p:cNvPr>
          <p:cNvSpPr/>
          <p:nvPr/>
        </p:nvSpPr>
        <p:spPr>
          <a:xfrm rot="5400000">
            <a:off x="6330893" y="1256254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B6CF1CFD-55EA-8077-BDDC-D3BCF09ACB40}"/>
              </a:ext>
            </a:extLst>
          </p:cNvPr>
          <p:cNvSpPr/>
          <p:nvPr/>
        </p:nvSpPr>
        <p:spPr>
          <a:xfrm rot="5400000">
            <a:off x="8796512" y="2649041"/>
            <a:ext cx="451335" cy="105162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75AAEB-C74B-9C0A-6A60-00303155DABF}"/>
              </a:ext>
            </a:extLst>
          </p:cNvPr>
          <p:cNvSpPr txBox="1"/>
          <p:nvPr/>
        </p:nvSpPr>
        <p:spPr>
          <a:xfrm>
            <a:off x="5462721" y="2490801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AB990E-767C-B5E1-8EF9-7083D05C77BB}"/>
              </a:ext>
            </a:extLst>
          </p:cNvPr>
          <p:cNvSpPr txBox="1"/>
          <p:nvPr/>
        </p:nvSpPr>
        <p:spPr>
          <a:xfrm>
            <a:off x="8415154" y="2487523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E6DD7814-10DE-9252-63FA-8F3FDACF0754}"/>
              </a:ext>
            </a:extLst>
          </p:cNvPr>
          <p:cNvSpPr/>
          <p:nvPr/>
        </p:nvSpPr>
        <p:spPr>
          <a:xfrm>
            <a:off x="4152126" y="4073627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E2378C-62EC-1AEA-2294-5B4DE866E2B0}"/>
              </a:ext>
            </a:extLst>
          </p:cNvPr>
          <p:cNvSpPr txBox="1"/>
          <p:nvPr/>
        </p:nvSpPr>
        <p:spPr>
          <a:xfrm rot="16200000">
            <a:off x="2771332" y="4743151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BC89D0-161C-08AC-3703-B8F80A230BE2}"/>
              </a:ext>
            </a:extLst>
          </p:cNvPr>
          <p:cNvSpPr/>
          <p:nvPr/>
        </p:nvSpPr>
        <p:spPr>
          <a:xfrm>
            <a:off x="8487861" y="3424428"/>
            <a:ext cx="1072833" cy="249428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6209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ECCD-64FC-AB36-27AD-07AB6A0BE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Learning to diagnose heart disease  </a:t>
            </a:r>
          </a:p>
          <a:p>
            <a:pPr marL="0" indent="0" algn="ctr">
              <a:buNone/>
            </a:pPr>
            <a:r>
              <a:rPr lang="en-US"/>
              <a:t>as a </a:t>
            </a:r>
            <a:r>
              <a:rPr lang="en-US" b="1"/>
              <a:t>(supervised) </a:t>
            </a:r>
            <a:r>
              <a:rPr lang="en-US" b="1" u="sng"/>
              <a:t>binary classification</a:t>
            </a:r>
            <a:r>
              <a:rPr lang="en-US" b="1"/>
              <a:t> task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first Machine Learning </a:t>
            </a:r>
            <a:br>
              <a:rPr lang="en-US"/>
            </a:br>
            <a:r>
              <a:rPr lang="en-US"/>
              <a:t>Task</a:t>
            </a:r>
          </a:p>
        </p:txBody>
      </p:sp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C5AA86DA-BCDE-5C85-44E5-5C44FD305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837300"/>
              </p:ext>
            </p:extLst>
          </p:nvPr>
        </p:nvGraphicFramePr>
        <p:xfrm>
          <a:off x="4634681" y="3424492"/>
          <a:ext cx="491331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  <p:sp>
        <p:nvSpPr>
          <p:cNvPr id="23" name="Left Brace 22">
            <a:extLst>
              <a:ext uri="{FF2B5EF4-FFF2-40B4-BE49-F238E27FC236}">
                <a16:creationId xmlns:a16="http://schemas.microsoft.com/office/drawing/2014/main" id="{9BDAA024-678D-9592-E20A-F267FA70041F}"/>
              </a:ext>
            </a:extLst>
          </p:cNvPr>
          <p:cNvSpPr/>
          <p:nvPr/>
        </p:nvSpPr>
        <p:spPr>
          <a:xfrm rot="5400000">
            <a:off x="6330893" y="1256254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A44A128C-8359-F5BB-F33D-AB63CA676DD3}"/>
              </a:ext>
            </a:extLst>
          </p:cNvPr>
          <p:cNvSpPr/>
          <p:nvPr/>
        </p:nvSpPr>
        <p:spPr>
          <a:xfrm rot="5400000">
            <a:off x="8796512" y="2649041"/>
            <a:ext cx="451335" cy="105162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CC5751-FED4-5A08-4374-67386B77F8BD}"/>
              </a:ext>
            </a:extLst>
          </p:cNvPr>
          <p:cNvSpPr txBox="1"/>
          <p:nvPr/>
        </p:nvSpPr>
        <p:spPr>
          <a:xfrm>
            <a:off x="5462721" y="2490801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7590C2-B5D0-5FC4-9FE8-B0482AFE3CE8}"/>
              </a:ext>
            </a:extLst>
          </p:cNvPr>
          <p:cNvSpPr txBox="1"/>
          <p:nvPr/>
        </p:nvSpPr>
        <p:spPr>
          <a:xfrm>
            <a:off x="8415154" y="2487523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A72E4B11-F71A-FE24-0CCE-58428CDF355F}"/>
              </a:ext>
            </a:extLst>
          </p:cNvPr>
          <p:cNvSpPr/>
          <p:nvPr/>
        </p:nvSpPr>
        <p:spPr>
          <a:xfrm>
            <a:off x="4152126" y="4073627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99FFEB-8D45-8387-032F-67BE87802FC6}"/>
              </a:ext>
            </a:extLst>
          </p:cNvPr>
          <p:cNvSpPr txBox="1"/>
          <p:nvPr/>
        </p:nvSpPr>
        <p:spPr>
          <a:xfrm rot="16200000">
            <a:off x="2771332" y="4743151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BC89D0-161C-08AC-3703-B8F80A230BE2}"/>
              </a:ext>
            </a:extLst>
          </p:cNvPr>
          <p:cNvSpPr/>
          <p:nvPr/>
        </p:nvSpPr>
        <p:spPr>
          <a:xfrm>
            <a:off x="8496365" y="4434161"/>
            <a:ext cx="1051629" cy="7315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2704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ECCD-64FC-AB36-27AD-07AB6A0BE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Learning to diagnose heart disease  </a:t>
            </a:r>
          </a:p>
          <a:p>
            <a:pPr marL="0" indent="0" algn="ctr">
              <a:buNone/>
            </a:pPr>
            <a:r>
              <a:rPr lang="en-US"/>
              <a:t>as a </a:t>
            </a:r>
            <a:r>
              <a:rPr lang="en-US" b="1"/>
              <a:t>(supervised) </a:t>
            </a:r>
            <a:r>
              <a:rPr lang="en-US" b="1" u="sng">
                <a:solidFill>
                  <a:schemeClr val="bg1"/>
                </a:solidFill>
              </a:rPr>
              <a:t>binary </a:t>
            </a:r>
            <a:r>
              <a:rPr lang="en-US" b="1" u="sng"/>
              <a:t>classification</a:t>
            </a:r>
            <a:r>
              <a:rPr lang="en-US" b="1"/>
              <a:t> task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first Machine Learning </a:t>
            </a:r>
            <a:br>
              <a:rPr lang="en-US"/>
            </a:br>
            <a:r>
              <a:rPr lang="en-US"/>
              <a:t>Task</a:t>
            </a:r>
          </a:p>
        </p:txBody>
      </p:sp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8C285A84-7BEF-4E94-55D4-6476B9DCF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285056"/>
              </p:ext>
            </p:extLst>
          </p:nvPr>
        </p:nvGraphicFramePr>
        <p:xfrm>
          <a:off x="4634681" y="3424492"/>
          <a:ext cx="530542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449705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  <p:sp>
        <p:nvSpPr>
          <p:cNvPr id="23" name="Left Brace 22">
            <a:extLst>
              <a:ext uri="{FF2B5EF4-FFF2-40B4-BE49-F238E27FC236}">
                <a16:creationId xmlns:a16="http://schemas.microsoft.com/office/drawing/2014/main" id="{40B65691-A358-F9D0-0A84-07E6D4E754E1}"/>
              </a:ext>
            </a:extLst>
          </p:cNvPr>
          <p:cNvSpPr/>
          <p:nvPr/>
        </p:nvSpPr>
        <p:spPr>
          <a:xfrm rot="5400000">
            <a:off x="6330893" y="1256254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F350899A-285C-F79A-47F8-B597E5CCA146}"/>
              </a:ext>
            </a:extLst>
          </p:cNvPr>
          <p:cNvSpPr/>
          <p:nvPr/>
        </p:nvSpPr>
        <p:spPr>
          <a:xfrm rot="5400000">
            <a:off x="8992567" y="2452985"/>
            <a:ext cx="451335" cy="1443741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035740-921B-5646-F362-239CDEE22204}"/>
              </a:ext>
            </a:extLst>
          </p:cNvPr>
          <p:cNvSpPr txBox="1"/>
          <p:nvPr/>
        </p:nvSpPr>
        <p:spPr>
          <a:xfrm>
            <a:off x="5462721" y="2490801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CDBF41-0AF4-A1BE-76BF-862647EA4057}"/>
              </a:ext>
            </a:extLst>
          </p:cNvPr>
          <p:cNvSpPr txBox="1"/>
          <p:nvPr/>
        </p:nvSpPr>
        <p:spPr>
          <a:xfrm>
            <a:off x="8611209" y="2487523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DB99A7C7-B001-55D4-9E1D-CA3E64D04A97}"/>
              </a:ext>
            </a:extLst>
          </p:cNvPr>
          <p:cNvSpPr/>
          <p:nvPr/>
        </p:nvSpPr>
        <p:spPr>
          <a:xfrm>
            <a:off x="4152126" y="4073627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7AA0F3-0B4D-9257-E923-0B9747B9F1FE}"/>
              </a:ext>
            </a:extLst>
          </p:cNvPr>
          <p:cNvSpPr txBox="1"/>
          <p:nvPr/>
        </p:nvSpPr>
        <p:spPr>
          <a:xfrm rot="16200000">
            <a:off x="2771332" y="4743151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BC89D0-161C-08AC-3703-B8F80A230BE2}"/>
              </a:ext>
            </a:extLst>
          </p:cNvPr>
          <p:cNvSpPr/>
          <p:nvPr/>
        </p:nvSpPr>
        <p:spPr>
          <a:xfrm>
            <a:off x="8487861" y="4417000"/>
            <a:ext cx="1464945" cy="111797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7315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ECCD-64FC-AB36-27AD-07AB6A0BE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Learning to diagnose heart disease  </a:t>
            </a:r>
          </a:p>
          <a:p>
            <a:pPr marL="0" indent="0" algn="ctr">
              <a:buNone/>
            </a:pPr>
            <a:r>
              <a:rPr lang="en-US"/>
              <a:t>as a </a:t>
            </a:r>
            <a:r>
              <a:rPr lang="en-US" b="1"/>
              <a:t>(supervised) </a:t>
            </a:r>
            <a:r>
              <a:rPr lang="en-US" b="1" u="sng">
                <a:solidFill>
                  <a:schemeClr val="bg1"/>
                </a:solidFill>
              </a:rPr>
              <a:t>bin. . </a:t>
            </a:r>
            <a:r>
              <a:rPr lang="en-US" b="1" u="sng" err="1">
                <a:solidFill>
                  <a:schemeClr val="bg1"/>
                </a:solidFill>
              </a:rPr>
              <a:t>ary</a:t>
            </a:r>
            <a:r>
              <a:rPr lang="en-US" b="1" u="sng">
                <a:solidFill>
                  <a:schemeClr val="bg1"/>
                </a:solidFill>
              </a:rPr>
              <a:t> </a:t>
            </a:r>
            <a:r>
              <a:rPr lang="en-US" b="1" u="sng"/>
              <a:t>regression</a:t>
            </a:r>
            <a:r>
              <a:rPr lang="en-US" b="1"/>
              <a:t> task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first Machine Learning </a:t>
            </a:r>
            <a:br>
              <a:rPr lang="en-US"/>
            </a:br>
            <a:r>
              <a:rPr lang="en-US"/>
              <a:t>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6">
                <a:extLst>
                  <a:ext uri="{FF2B5EF4-FFF2-40B4-BE49-F238E27FC236}">
                    <a16:creationId xmlns:a16="http://schemas.microsoft.com/office/drawing/2014/main" id="{392DCEE0-02BB-DCB5-8D6F-D0B344AE94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664184"/>
                  </p:ext>
                </p:extLst>
              </p:nvPr>
            </p:nvGraphicFramePr>
            <p:xfrm>
              <a:off x="4634681" y="3424492"/>
              <a:ext cx="4913313" cy="249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Family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History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/>
                            <a:t>Resting Blood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Pressure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Cholesterol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Medical Costs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$20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$30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$100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$5000</m:t>
                                </m:r>
                              </m:oMath>
                            </m:oMathPara>
                          </a14:m>
                          <a:endParaRPr 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6">
                <a:extLst>
                  <a:ext uri="{FF2B5EF4-FFF2-40B4-BE49-F238E27FC236}">
                    <a16:creationId xmlns:a16="http://schemas.microsoft.com/office/drawing/2014/main" id="{392DCEE0-02BB-DCB5-8D6F-D0B344AE94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664184"/>
                  </p:ext>
                </p:extLst>
              </p:nvPr>
            </p:nvGraphicFramePr>
            <p:xfrm>
              <a:off x="4634681" y="3424492"/>
              <a:ext cx="4913313" cy="249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Family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History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/>
                            <a:t>Resting Blood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Pressure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Cholesterol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Medical Costs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180328" r="-229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280328" r="-2299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380328" r="-229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480328" r="-2299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64368" t="-580328" r="-2299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Left Brace 23">
            <a:extLst>
              <a:ext uri="{FF2B5EF4-FFF2-40B4-BE49-F238E27FC236}">
                <a16:creationId xmlns:a16="http://schemas.microsoft.com/office/drawing/2014/main" id="{7C13073D-DFD4-E9E3-3FD5-55D16F9C8250}"/>
              </a:ext>
            </a:extLst>
          </p:cNvPr>
          <p:cNvSpPr/>
          <p:nvPr/>
        </p:nvSpPr>
        <p:spPr>
          <a:xfrm rot="5400000">
            <a:off x="6330893" y="1256254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E5F57570-BCDD-599A-D7FF-7288F75B8DB5}"/>
              </a:ext>
            </a:extLst>
          </p:cNvPr>
          <p:cNvSpPr/>
          <p:nvPr/>
        </p:nvSpPr>
        <p:spPr>
          <a:xfrm rot="5400000">
            <a:off x="8796512" y="2649041"/>
            <a:ext cx="451335" cy="105162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6837E-2BFA-B94C-AF1F-A8B08DFE6FDF}"/>
              </a:ext>
            </a:extLst>
          </p:cNvPr>
          <p:cNvSpPr txBox="1"/>
          <p:nvPr/>
        </p:nvSpPr>
        <p:spPr>
          <a:xfrm>
            <a:off x="5462721" y="2490801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8DCF1A-1E1B-871B-AF83-FC45F14BF448}"/>
              </a:ext>
            </a:extLst>
          </p:cNvPr>
          <p:cNvSpPr txBox="1"/>
          <p:nvPr/>
        </p:nvSpPr>
        <p:spPr>
          <a:xfrm>
            <a:off x="8415154" y="2487523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targets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D4FF3C41-07E3-CE87-D6CE-8EAB66FDB5DA}"/>
              </a:ext>
            </a:extLst>
          </p:cNvPr>
          <p:cNvSpPr/>
          <p:nvPr/>
        </p:nvSpPr>
        <p:spPr>
          <a:xfrm>
            <a:off x="4152126" y="4073627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65DAD-A232-CDAA-2CD7-A39474278E71}"/>
              </a:ext>
            </a:extLst>
          </p:cNvPr>
          <p:cNvSpPr txBox="1"/>
          <p:nvPr/>
        </p:nvSpPr>
        <p:spPr>
          <a:xfrm rot="16200000">
            <a:off x="2771332" y="4743151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55C542-8F45-D240-4D8B-6B88D4B55324}"/>
              </a:ext>
            </a:extLst>
          </p:cNvPr>
          <p:cNvSpPr/>
          <p:nvPr/>
        </p:nvSpPr>
        <p:spPr>
          <a:xfrm>
            <a:off x="8496365" y="4073626"/>
            <a:ext cx="1051629" cy="18451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6373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ECCD-64FC-AB36-27AD-07AB6A0BE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927608"/>
            <a:ext cx="7315200" cy="512064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A </a:t>
            </a:r>
            <a:r>
              <a:rPr lang="en-US" b="1"/>
              <a:t>classifier</a:t>
            </a:r>
            <a:r>
              <a:rPr lang="en-US"/>
              <a:t> is a function that takes feature values as input and outputs a label</a:t>
            </a:r>
          </a:p>
          <a:p>
            <a:pPr>
              <a:lnSpc>
                <a:spcPct val="130000"/>
              </a:lnSpc>
            </a:pPr>
            <a:r>
              <a:rPr lang="en-US"/>
              <a:t>Majority vote classifier: always predict the most common label in the </a:t>
            </a:r>
            <a:r>
              <a:rPr lang="en-US" b="1">
                <a:solidFill>
                  <a:schemeClr val="bg1"/>
                </a:solidFill>
              </a:rPr>
              <a:t>training</a:t>
            </a:r>
            <a:r>
              <a:rPr lang="en-US" b="1"/>
              <a:t> </a:t>
            </a:r>
            <a:r>
              <a:rPr lang="en-US"/>
              <a:t>dataset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first Machine Learning </a:t>
            </a:r>
            <a:br>
              <a:rPr lang="en-US"/>
            </a:br>
            <a:r>
              <a:rPr lang="en-US"/>
              <a:t>Classifier</a:t>
            </a: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7542956A-E35B-93DA-6E33-404D52112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340611"/>
              </p:ext>
            </p:extLst>
          </p:nvPr>
        </p:nvGraphicFramePr>
        <p:xfrm>
          <a:off x="4634681" y="3424492"/>
          <a:ext cx="491331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A366A129-B40D-BAC0-7B7A-F2E15A8E5054}"/>
              </a:ext>
            </a:extLst>
          </p:cNvPr>
          <p:cNvSpPr/>
          <p:nvPr/>
        </p:nvSpPr>
        <p:spPr>
          <a:xfrm rot="5400000">
            <a:off x="6330893" y="1256254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3193D94-D83E-0EE2-54FF-20EBC26D69B2}"/>
              </a:ext>
            </a:extLst>
          </p:cNvPr>
          <p:cNvSpPr/>
          <p:nvPr/>
        </p:nvSpPr>
        <p:spPr>
          <a:xfrm rot="5400000">
            <a:off x="8796512" y="2649041"/>
            <a:ext cx="451335" cy="105162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715A1-CBE5-53A2-6AEF-8B71AFA5E301}"/>
              </a:ext>
            </a:extLst>
          </p:cNvPr>
          <p:cNvSpPr txBox="1"/>
          <p:nvPr/>
        </p:nvSpPr>
        <p:spPr>
          <a:xfrm>
            <a:off x="5462721" y="2490801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173ED0-6DC7-957B-7D8F-D5A9EAC54CD2}"/>
              </a:ext>
            </a:extLst>
          </p:cNvPr>
          <p:cNvSpPr txBox="1"/>
          <p:nvPr/>
        </p:nvSpPr>
        <p:spPr>
          <a:xfrm>
            <a:off x="8415154" y="2487523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FEDAC23B-447B-5991-538E-2F6CCF4B44DB}"/>
              </a:ext>
            </a:extLst>
          </p:cNvPr>
          <p:cNvSpPr/>
          <p:nvPr/>
        </p:nvSpPr>
        <p:spPr>
          <a:xfrm>
            <a:off x="4152126" y="4073627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00079E-15BA-4EF2-1DBE-3054FA6A7285}"/>
              </a:ext>
            </a:extLst>
          </p:cNvPr>
          <p:cNvSpPr txBox="1"/>
          <p:nvPr/>
        </p:nvSpPr>
        <p:spPr>
          <a:xfrm rot="16200000">
            <a:off x="2771332" y="4743151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</p:spTree>
    <p:extLst>
      <p:ext uri="{BB962C8B-B14F-4D97-AF65-F5344CB8AC3E}">
        <p14:creationId xmlns:p14="http://schemas.microsoft.com/office/powerpoint/2010/main" val="7877654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ECCD-64FC-AB36-27AD-07AB6A0BE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927608"/>
            <a:ext cx="7315200" cy="512064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A </a:t>
            </a:r>
            <a:r>
              <a:rPr lang="en-US" b="1"/>
              <a:t>classifier</a:t>
            </a:r>
            <a:r>
              <a:rPr lang="en-US"/>
              <a:t> is a function that takes feature values as input and outputs a label</a:t>
            </a:r>
          </a:p>
          <a:p>
            <a:pPr>
              <a:lnSpc>
                <a:spcPct val="130000"/>
              </a:lnSpc>
            </a:pPr>
            <a:r>
              <a:rPr lang="en-US"/>
              <a:t>Majority vote classifier: always predict the most common label in the </a:t>
            </a:r>
            <a:r>
              <a:rPr lang="en-US" b="1">
                <a:solidFill>
                  <a:schemeClr val="bg1"/>
                </a:solidFill>
              </a:rPr>
              <a:t>training</a:t>
            </a:r>
            <a:r>
              <a:rPr lang="en-US" b="1"/>
              <a:t> </a:t>
            </a:r>
            <a:r>
              <a:rPr lang="en-US"/>
              <a:t>dataset 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Is this a </a:t>
            </a:r>
            <a:br>
              <a:rPr lang="en-US"/>
            </a:br>
            <a:r>
              <a:rPr lang="en-US"/>
              <a:t>“good” Classifier?</a:t>
            </a: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D125DD47-B460-DBA2-2705-D4C5021A5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784485"/>
              </p:ext>
            </p:extLst>
          </p:nvPr>
        </p:nvGraphicFramePr>
        <p:xfrm>
          <a:off x="4634681" y="3424492"/>
          <a:ext cx="491331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B85C4C83-3AF2-BAC6-FB9E-74A880A94050}"/>
              </a:ext>
            </a:extLst>
          </p:cNvPr>
          <p:cNvSpPr/>
          <p:nvPr/>
        </p:nvSpPr>
        <p:spPr>
          <a:xfrm rot="5400000">
            <a:off x="6330893" y="1256254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3B79B4F5-AA83-EF4E-B547-370CB23D07BA}"/>
              </a:ext>
            </a:extLst>
          </p:cNvPr>
          <p:cNvSpPr/>
          <p:nvPr/>
        </p:nvSpPr>
        <p:spPr>
          <a:xfrm rot="5400000">
            <a:off x="8796512" y="2649041"/>
            <a:ext cx="451335" cy="105162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A0405-1E4E-9782-5AB8-1F4F0A9D34D2}"/>
              </a:ext>
            </a:extLst>
          </p:cNvPr>
          <p:cNvSpPr txBox="1"/>
          <p:nvPr/>
        </p:nvSpPr>
        <p:spPr>
          <a:xfrm>
            <a:off x="5462721" y="2490801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60B3A3-BBFB-9F9C-00F9-1557656A9C92}"/>
              </a:ext>
            </a:extLst>
          </p:cNvPr>
          <p:cNvSpPr txBox="1"/>
          <p:nvPr/>
        </p:nvSpPr>
        <p:spPr>
          <a:xfrm>
            <a:off x="8415154" y="2487523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6F528054-6C55-1DAE-A8F1-C1BE762B861E}"/>
              </a:ext>
            </a:extLst>
          </p:cNvPr>
          <p:cNvSpPr/>
          <p:nvPr/>
        </p:nvSpPr>
        <p:spPr>
          <a:xfrm>
            <a:off x="4152126" y="4073627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B84489-B254-36D5-77A0-E882B51A6D86}"/>
              </a:ext>
            </a:extLst>
          </p:cNvPr>
          <p:cNvSpPr txBox="1"/>
          <p:nvPr/>
        </p:nvSpPr>
        <p:spPr>
          <a:xfrm rot="16200000">
            <a:off x="2771332" y="4743151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</p:spTree>
    <p:extLst>
      <p:ext uri="{BB962C8B-B14F-4D97-AF65-F5344CB8AC3E}">
        <p14:creationId xmlns:p14="http://schemas.microsoft.com/office/powerpoint/2010/main" val="392082857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ECCD-64FC-AB36-27AD-07AB6A0BE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927608"/>
            <a:ext cx="7315200" cy="512064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A </a:t>
            </a:r>
            <a:r>
              <a:rPr lang="en-US" b="1"/>
              <a:t>classifier</a:t>
            </a:r>
            <a:r>
              <a:rPr lang="en-US"/>
              <a:t> is a function that takes feature values as input and outputs a label</a:t>
            </a:r>
          </a:p>
          <a:p>
            <a:pPr>
              <a:lnSpc>
                <a:spcPct val="130000"/>
              </a:lnSpc>
            </a:pPr>
            <a:r>
              <a:rPr lang="en-US"/>
              <a:t>Majority vote classifier: always predict the most common label in the </a:t>
            </a:r>
            <a:r>
              <a:rPr lang="en-US" b="1"/>
              <a:t>training</a:t>
            </a:r>
            <a:r>
              <a:rPr lang="en-US"/>
              <a:t> dataset (Yes)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</a:t>
            </a:r>
            <a:br>
              <a:rPr lang="en-US"/>
            </a:br>
            <a:r>
              <a:rPr lang="en-US"/>
              <a:t>vs. </a:t>
            </a:r>
            <a:br>
              <a:rPr lang="en-US"/>
            </a:br>
            <a:r>
              <a:rPr lang="en-US"/>
              <a:t>Testing</a:t>
            </a: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7D095D80-BFC2-05F3-5F25-98C0C5F25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862311"/>
              </p:ext>
            </p:extLst>
          </p:nvPr>
        </p:nvGraphicFramePr>
        <p:xfrm>
          <a:off x="4634681" y="3424492"/>
          <a:ext cx="491331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  <p:sp>
        <p:nvSpPr>
          <p:cNvPr id="19" name="Left Brace 18">
            <a:extLst>
              <a:ext uri="{FF2B5EF4-FFF2-40B4-BE49-F238E27FC236}">
                <a16:creationId xmlns:a16="http://schemas.microsoft.com/office/drawing/2014/main" id="{EFF000C5-9C79-FA6B-1064-56F204D2195D}"/>
              </a:ext>
            </a:extLst>
          </p:cNvPr>
          <p:cNvSpPr/>
          <p:nvPr/>
        </p:nvSpPr>
        <p:spPr>
          <a:xfrm>
            <a:off x="4152126" y="3424492"/>
            <a:ext cx="448056" cy="244984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42586-069E-6058-202F-8051A0FD6D63}"/>
              </a:ext>
            </a:extLst>
          </p:cNvPr>
          <p:cNvSpPr txBox="1"/>
          <p:nvPr/>
        </p:nvSpPr>
        <p:spPr>
          <a:xfrm rot="16200000">
            <a:off x="2771333" y="4418583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training dataset</a:t>
            </a:r>
          </a:p>
        </p:txBody>
      </p:sp>
    </p:spTree>
    <p:extLst>
      <p:ext uri="{BB962C8B-B14F-4D97-AF65-F5344CB8AC3E}">
        <p14:creationId xmlns:p14="http://schemas.microsoft.com/office/powerpoint/2010/main" val="180063782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1310D26-0E55-FD13-2BD1-B85C7908854B}"/>
              </a:ext>
            </a:extLst>
          </p:cNvPr>
          <p:cNvSpPr txBox="1">
            <a:spLocks/>
          </p:cNvSpPr>
          <p:nvPr/>
        </p:nvSpPr>
        <p:spPr>
          <a:xfrm>
            <a:off x="3869268" y="301176"/>
            <a:ext cx="7498080" cy="59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/>
              <a:t>A </a:t>
            </a:r>
            <a:r>
              <a:rPr lang="en-US" b="1"/>
              <a:t>classifier</a:t>
            </a:r>
            <a:r>
              <a:rPr lang="en-US"/>
              <a:t> is a function that takes feature values as  input and outputs a label</a:t>
            </a:r>
          </a:p>
          <a:p>
            <a:pPr>
              <a:lnSpc>
                <a:spcPct val="130000"/>
              </a:lnSpc>
            </a:pPr>
            <a:r>
              <a:rPr lang="en-US"/>
              <a:t>Majority vote classifier: always predict the most   common label in the </a:t>
            </a:r>
            <a:r>
              <a:rPr lang="en-US" b="1"/>
              <a:t>training</a:t>
            </a:r>
            <a:r>
              <a:rPr lang="en-US"/>
              <a:t> dataset (Yes)</a:t>
            </a:r>
          </a:p>
          <a:p>
            <a:pPr>
              <a:lnSpc>
                <a:spcPct val="130000"/>
              </a:lnSpc>
            </a:pPr>
            <a:r>
              <a:rPr lang="en-US"/>
              <a:t>A </a:t>
            </a:r>
            <a:r>
              <a:rPr lang="en-US" b="1"/>
              <a:t>test</a:t>
            </a:r>
            <a:r>
              <a:rPr lang="en-US"/>
              <a:t> dataset is used to evaluate a classifier’s </a:t>
            </a:r>
            <a:r>
              <a:rPr lang="en-US" b="1"/>
              <a:t>predictions</a:t>
            </a:r>
          </a:p>
          <a:p>
            <a:pPr>
              <a:lnSpc>
                <a:spcPct val="100000"/>
              </a:lnSpc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>
              <a:lnSpc>
                <a:spcPct val="130000"/>
              </a:lnSpc>
            </a:pPr>
            <a:r>
              <a:rPr lang="en-US"/>
              <a:t>The </a:t>
            </a:r>
            <a:r>
              <a:rPr lang="en-US" b="1"/>
              <a:t>error rate</a:t>
            </a:r>
            <a:r>
              <a:rPr lang="en-US"/>
              <a:t> is the proportion of data points where the prediction is wrong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</a:t>
            </a:r>
            <a:br>
              <a:rPr lang="en-US"/>
            </a:br>
            <a:r>
              <a:rPr lang="en-US"/>
              <a:t>vs. </a:t>
            </a:r>
            <a:br>
              <a:rPr lang="en-US"/>
            </a:br>
            <a:r>
              <a:rPr lang="en-US"/>
              <a:t>Testing</a:t>
            </a: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7D095D80-BFC2-05F3-5F25-98C0C5F25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000420"/>
              </p:ext>
            </p:extLst>
          </p:nvPr>
        </p:nvGraphicFramePr>
        <p:xfrm>
          <a:off x="4634680" y="3424492"/>
          <a:ext cx="625665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  <a:gridCol w="1343343">
                  <a:extLst>
                    <a:ext uri="{9D8B030D-6E8A-4147-A177-3AD203B41FA5}">
                      <a16:colId xmlns:a16="http://schemas.microsoft.com/office/drawing/2014/main" val="3982955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</a:tbl>
          </a:graphicData>
        </a:graphic>
      </p:graphicFrame>
      <p:sp>
        <p:nvSpPr>
          <p:cNvPr id="19" name="Left Brace 18">
            <a:extLst>
              <a:ext uri="{FF2B5EF4-FFF2-40B4-BE49-F238E27FC236}">
                <a16:creationId xmlns:a16="http://schemas.microsoft.com/office/drawing/2014/main" id="{EFF000C5-9C79-FA6B-1064-56F204D2195D}"/>
              </a:ext>
            </a:extLst>
          </p:cNvPr>
          <p:cNvSpPr/>
          <p:nvPr/>
        </p:nvSpPr>
        <p:spPr>
          <a:xfrm>
            <a:off x="4152126" y="3424493"/>
            <a:ext cx="448056" cy="173736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42586-069E-6058-202F-8051A0FD6D63}"/>
              </a:ext>
            </a:extLst>
          </p:cNvPr>
          <p:cNvSpPr txBox="1"/>
          <p:nvPr/>
        </p:nvSpPr>
        <p:spPr>
          <a:xfrm rot="16200000">
            <a:off x="2771333" y="4072214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test dataset</a:t>
            </a:r>
          </a:p>
        </p:txBody>
      </p:sp>
    </p:spTree>
    <p:extLst>
      <p:ext uri="{BB962C8B-B14F-4D97-AF65-F5344CB8AC3E}">
        <p14:creationId xmlns:p14="http://schemas.microsoft.com/office/powerpoint/2010/main" val="38382826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1310D26-0E55-FD13-2BD1-B85C790885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9268" y="295910"/>
                <a:ext cx="7498080" cy="599389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/>
                  </a:buClr>
                  <a:buFont typeface="Wingdings 2" pitchFamily="18" charset="2"/>
                  <a:buChar char=""/>
                  <a:defRPr sz="2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/>
                  <a:t>A </a:t>
                </a:r>
                <a:r>
                  <a:rPr lang="en-US" b="1"/>
                  <a:t>classifier</a:t>
                </a:r>
                <a:r>
                  <a:rPr lang="en-US"/>
                  <a:t> is a function that takes feature values as  input and outputs a label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/>
                  <a:t>Majority vote classifier: always predict the most   common label in the </a:t>
                </a:r>
                <a:r>
                  <a:rPr lang="en-US" b="1"/>
                  <a:t>training</a:t>
                </a:r>
                <a:r>
                  <a:rPr lang="en-US"/>
                  <a:t> dataset (Yes)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/>
                  <a:t>A </a:t>
                </a:r>
                <a:r>
                  <a:rPr lang="en-US" b="1"/>
                  <a:t>test</a:t>
                </a:r>
                <a:r>
                  <a:rPr lang="en-US"/>
                  <a:t> dataset is used to evaluate a classifier’s </a:t>
                </a:r>
                <a:r>
                  <a:rPr lang="en-US" b="1"/>
                  <a:t>predictions</a:t>
                </a:r>
              </a:p>
              <a:p>
                <a:pPr>
                  <a:lnSpc>
                    <a:spcPct val="100000"/>
                  </a:lnSpc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>
                  <a:lnSpc>
                    <a:spcPct val="130000"/>
                  </a:lnSpc>
                </a:pPr>
                <a:r>
                  <a:rPr lang="en-US"/>
                  <a:t>The </a:t>
                </a:r>
                <a:r>
                  <a:rPr lang="en-US" b="1"/>
                  <a:t>test error rate</a:t>
                </a:r>
                <a:r>
                  <a:rPr lang="en-US"/>
                  <a:t> is the proportion of data points in the test dataset where the prediction is wrong 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1310D26-0E55-FD13-2BD1-B85C79088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268" y="295910"/>
                <a:ext cx="7498080" cy="5993892"/>
              </a:xfrm>
              <a:prstGeom prst="rect">
                <a:avLst/>
              </a:prstGeom>
              <a:blipFill>
                <a:blip r:embed="rId2"/>
                <a:stretch>
                  <a:fillRect l="-1301" r="-976" b="-13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</a:t>
            </a:r>
            <a:br>
              <a:rPr lang="en-US"/>
            </a:br>
            <a:r>
              <a:rPr lang="en-US"/>
              <a:t>vs. </a:t>
            </a:r>
            <a:br>
              <a:rPr lang="en-US"/>
            </a:br>
            <a:r>
              <a:rPr lang="en-US"/>
              <a:t>Testing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EFF000C5-9C79-FA6B-1064-56F204D2195D}"/>
              </a:ext>
            </a:extLst>
          </p:cNvPr>
          <p:cNvSpPr/>
          <p:nvPr/>
        </p:nvSpPr>
        <p:spPr>
          <a:xfrm>
            <a:off x="4152126" y="3424493"/>
            <a:ext cx="448056" cy="173736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42586-069E-6058-202F-8051A0FD6D63}"/>
              </a:ext>
            </a:extLst>
          </p:cNvPr>
          <p:cNvSpPr txBox="1"/>
          <p:nvPr/>
        </p:nvSpPr>
        <p:spPr>
          <a:xfrm rot="16200000">
            <a:off x="2771333" y="4072214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test dataset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E40152C8-7942-E0F2-D25B-F185D0998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577396"/>
              </p:ext>
            </p:extLst>
          </p:nvPr>
        </p:nvGraphicFramePr>
        <p:xfrm>
          <a:off x="4634680" y="3424492"/>
          <a:ext cx="625665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  <a:gridCol w="1343343">
                  <a:extLst>
                    <a:ext uri="{9D8B030D-6E8A-4147-A177-3AD203B41FA5}">
                      <a16:colId xmlns:a16="http://schemas.microsoft.com/office/drawing/2014/main" val="3982955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38074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80E5-4FA4-8635-BD9F-537296D8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Typical (Supervised) Machine Learning Routine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B3843-9BE6-475D-D097-588106E59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8046720" cy="512064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/>
              <a:t>Step 1 – training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Input: a labelled training dataset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Output: a classifier</a:t>
            </a:r>
          </a:p>
          <a:p>
            <a:pPr>
              <a:lnSpc>
                <a:spcPct val="130000"/>
              </a:lnSpc>
            </a:pPr>
            <a:r>
              <a:rPr lang="en-US"/>
              <a:t>Step 2 – testing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Inputs: a classifier, a test dataset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Output: predictions for each test data point</a:t>
            </a:r>
          </a:p>
          <a:p>
            <a:pPr>
              <a:lnSpc>
                <a:spcPct val="130000"/>
              </a:lnSpc>
            </a:pPr>
            <a:r>
              <a:rPr lang="en-US"/>
              <a:t>Step 3 – evaluation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Inputs: predictions from step 2, test dataset labels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Output: some measure of how good the predictions are; 	            usually (but not always) error rate</a:t>
            </a:r>
          </a:p>
        </p:txBody>
      </p:sp>
    </p:spTree>
    <p:extLst>
      <p:ext uri="{BB962C8B-B14F-4D97-AF65-F5344CB8AC3E}">
        <p14:creationId xmlns:p14="http://schemas.microsoft.com/office/powerpoint/2010/main" val="105421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1402207-D271-AA85-4103-EE436DC9C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32283"/>
            <a:ext cx="7315200" cy="651459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A </a:t>
            </a:r>
            <a:r>
              <a:rPr lang="en-US" b="1"/>
              <a:t>classifier</a:t>
            </a:r>
            <a:r>
              <a:rPr lang="en-US"/>
              <a:t> is a function that takes feature values as input and outputs a label</a:t>
            </a:r>
          </a:p>
          <a:p>
            <a:pPr>
              <a:lnSpc>
                <a:spcPct val="130000"/>
              </a:lnSpc>
            </a:pPr>
            <a:r>
              <a:rPr lang="en-US"/>
              <a:t>Majority vote classifier: always predict the most common label in the </a:t>
            </a:r>
            <a:r>
              <a:rPr lang="en-US" b="1"/>
              <a:t>training</a:t>
            </a:r>
            <a:r>
              <a:rPr lang="en-US"/>
              <a:t> dataset</a:t>
            </a:r>
          </a:p>
          <a:p>
            <a:pPr>
              <a:lnSpc>
                <a:spcPct val="13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This classifier completely ignores the features…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Our first Machine Learning </a:t>
            </a:r>
            <a:br>
              <a:rPr lang="en-US"/>
            </a:br>
            <a:r>
              <a:rPr lang="en-US"/>
              <a:t>Classifier</a:t>
            </a:r>
            <a:br>
              <a:rPr lang="en-US"/>
            </a:br>
            <a:endParaRPr lang="en-US"/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7542956A-E35B-93DA-6E33-404D5211293A}"/>
              </a:ext>
            </a:extLst>
          </p:cNvPr>
          <p:cNvGraphicFramePr>
            <a:graphicFrameLocks noGrp="1"/>
          </p:cNvGraphicFramePr>
          <p:nvPr/>
        </p:nvGraphicFramePr>
        <p:xfrm>
          <a:off x="4634680" y="3424492"/>
          <a:ext cx="491331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A366A129-B40D-BAC0-7B7A-F2E15A8E5054}"/>
              </a:ext>
            </a:extLst>
          </p:cNvPr>
          <p:cNvSpPr/>
          <p:nvPr/>
        </p:nvSpPr>
        <p:spPr>
          <a:xfrm rot="5400000">
            <a:off x="6330893" y="1256254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3193D94-D83E-0EE2-54FF-20EBC26D69B2}"/>
              </a:ext>
            </a:extLst>
          </p:cNvPr>
          <p:cNvSpPr/>
          <p:nvPr/>
        </p:nvSpPr>
        <p:spPr>
          <a:xfrm rot="5400000">
            <a:off x="8796512" y="2649041"/>
            <a:ext cx="451335" cy="105162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715A1-CBE5-53A2-6AEF-8B71AFA5E301}"/>
              </a:ext>
            </a:extLst>
          </p:cNvPr>
          <p:cNvSpPr txBox="1"/>
          <p:nvPr/>
        </p:nvSpPr>
        <p:spPr>
          <a:xfrm>
            <a:off x="5462721" y="2490801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173ED0-6DC7-957B-7D8F-D5A9EAC54CD2}"/>
              </a:ext>
            </a:extLst>
          </p:cNvPr>
          <p:cNvSpPr txBox="1"/>
          <p:nvPr/>
        </p:nvSpPr>
        <p:spPr>
          <a:xfrm>
            <a:off x="8415154" y="2487523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FEDAC23B-447B-5991-538E-2F6CCF4B44DB}"/>
              </a:ext>
            </a:extLst>
          </p:cNvPr>
          <p:cNvSpPr/>
          <p:nvPr/>
        </p:nvSpPr>
        <p:spPr>
          <a:xfrm>
            <a:off x="4152126" y="4073627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00079E-15BA-4EF2-1DBE-3054FA6A7285}"/>
              </a:ext>
            </a:extLst>
          </p:cNvPr>
          <p:cNvSpPr txBox="1"/>
          <p:nvPr/>
        </p:nvSpPr>
        <p:spPr>
          <a:xfrm rot="16200000">
            <a:off x="2771332" y="4743151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7CA343-3D3F-418B-DEB2-A1F094718C4F}"/>
              </a:ext>
            </a:extLst>
          </p:cNvPr>
          <p:cNvSpPr/>
          <p:nvPr/>
        </p:nvSpPr>
        <p:spPr>
          <a:xfrm>
            <a:off x="4624665" y="2487523"/>
            <a:ext cx="3853985" cy="34312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3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21402207-D271-AA85-4103-EE436DC9C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232283"/>
                <a:ext cx="7315200" cy="6514592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/>
                  <a:t>A </a:t>
                </a:r>
                <a:r>
                  <a:rPr lang="en-US" b="1"/>
                  <a:t>classifier</a:t>
                </a:r>
                <a:r>
                  <a:rPr lang="en-US"/>
                  <a:t> is a function that takes feature values as input and outputs a label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/>
                  <a:t>Majority vote classifier: always predict the most common label in the </a:t>
                </a:r>
                <a:r>
                  <a:rPr lang="en-US" b="1"/>
                  <a:t>training</a:t>
                </a:r>
                <a:r>
                  <a:rPr lang="en-US"/>
                  <a:t> dataset</a:t>
                </a:r>
              </a:p>
              <a:p>
                <a:pPr>
                  <a:lnSpc>
                    <a:spcPct val="130000"/>
                  </a:lnSpc>
                </a:pPr>
                <a:endParaRPr lang="en-US"/>
              </a:p>
              <a:p>
                <a:pPr>
                  <a:lnSpc>
                    <a:spcPct val="100000"/>
                  </a:lnSpc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The training error rate is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21402207-D271-AA85-4103-EE436DC9C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232283"/>
                <a:ext cx="7315200" cy="6514592"/>
              </a:xfrm>
              <a:blipFill>
                <a:blip r:embed="rId2"/>
                <a:stretch>
                  <a:fillRect l="-1333" b="-1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Our first Machine Learning </a:t>
            </a:r>
            <a:br>
              <a:rPr lang="en-US"/>
            </a:br>
            <a:r>
              <a:rPr lang="en-US"/>
              <a:t>Classifier</a:t>
            </a:r>
            <a:br>
              <a:rPr lang="en-US"/>
            </a:br>
            <a:endParaRPr lang="en-US"/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7542956A-E35B-93DA-6E33-404D5211293A}"/>
              </a:ext>
            </a:extLst>
          </p:cNvPr>
          <p:cNvGraphicFramePr>
            <a:graphicFrameLocks noGrp="1"/>
          </p:cNvGraphicFramePr>
          <p:nvPr/>
        </p:nvGraphicFramePr>
        <p:xfrm>
          <a:off x="4634680" y="3424492"/>
          <a:ext cx="620426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  <a:gridCol w="1290955">
                  <a:extLst>
                    <a:ext uri="{9D8B030D-6E8A-4147-A177-3AD203B41FA5}">
                      <a16:colId xmlns:a16="http://schemas.microsoft.com/office/drawing/2014/main" val="1806943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Yes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Yes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Yes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Yes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A366A129-B40D-BAC0-7B7A-F2E15A8E5054}"/>
              </a:ext>
            </a:extLst>
          </p:cNvPr>
          <p:cNvSpPr/>
          <p:nvPr/>
        </p:nvSpPr>
        <p:spPr>
          <a:xfrm rot="5400000">
            <a:off x="6330893" y="1256254"/>
            <a:ext cx="448056" cy="3840480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3193D94-D83E-0EE2-54FF-20EBC26D69B2}"/>
              </a:ext>
            </a:extLst>
          </p:cNvPr>
          <p:cNvSpPr/>
          <p:nvPr/>
        </p:nvSpPr>
        <p:spPr>
          <a:xfrm rot="5400000">
            <a:off x="8796512" y="2649041"/>
            <a:ext cx="451335" cy="1051629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715A1-CBE5-53A2-6AEF-8B71AFA5E301}"/>
              </a:ext>
            </a:extLst>
          </p:cNvPr>
          <p:cNvSpPr txBox="1"/>
          <p:nvPr/>
        </p:nvSpPr>
        <p:spPr>
          <a:xfrm>
            <a:off x="5462721" y="2490801"/>
            <a:ext cx="2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173ED0-6DC7-957B-7D8F-D5A9EAC54CD2}"/>
              </a:ext>
            </a:extLst>
          </p:cNvPr>
          <p:cNvSpPr txBox="1"/>
          <p:nvPr/>
        </p:nvSpPr>
        <p:spPr>
          <a:xfrm>
            <a:off x="8415154" y="2487523"/>
            <a:ext cx="1214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FEDAC23B-447B-5991-538E-2F6CCF4B44DB}"/>
              </a:ext>
            </a:extLst>
          </p:cNvPr>
          <p:cNvSpPr/>
          <p:nvPr/>
        </p:nvSpPr>
        <p:spPr>
          <a:xfrm>
            <a:off x="4152126" y="4073627"/>
            <a:ext cx="451335" cy="1800714"/>
          </a:xfrm>
          <a:prstGeom prst="leftBrace">
            <a:avLst>
              <a:gd name="adj1" fmla="val 36392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00079E-15BA-4EF2-1DBE-3054FA6A7285}"/>
              </a:ext>
            </a:extLst>
          </p:cNvPr>
          <p:cNvSpPr txBox="1"/>
          <p:nvPr/>
        </p:nvSpPr>
        <p:spPr>
          <a:xfrm rot="16200000">
            <a:off x="2771332" y="4743151"/>
            <a:ext cx="229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0B0F86-1C14-A033-42C0-17B09EF0841C}"/>
              </a:ext>
            </a:extLst>
          </p:cNvPr>
          <p:cNvSpPr/>
          <p:nvPr/>
        </p:nvSpPr>
        <p:spPr>
          <a:xfrm>
            <a:off x="4624665" y="2487523"/>
            <a:ext cx="3853985" cy="34312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030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0E3D9FA-69E0-C0AA-D84F-7443C03DE754}"/>
              </a:ext>
            </a:extLst>
          </p:cNvPr>
          <p:cNvSpPr txBox="1">
            <a:spLocks/>
          </p:cNvSpPr>
          <p:nvPr/>
        </p:nvSpPr>
        <p:spPr>
          <a:xfrm>
            <a:off x="3869268" y="351188"/>
            <a:ext cx="7315200" cy="6124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dirty="0"/>
              <a:t>A </a:t>
            </a:r>
            <a:r>
              <a:rPr lang="en-US" b="1" dirty="0"/>
              <a:t>classifier</a:t>
            </a:r>
            <a:r>
              <a:rPr lang="en-US" dirty="0"/>
              <a:t> is a function that takes feature values as      input and outputs a label</a:t>
            </a:r>
          </a:p>
          <a:p>
            <a:pPr>
              <a:lnSpc>
                <a:spcPct val="130000"/>
              </a:lnSpc>
            </a:pPr>
            <a:r>
              <a:rPr lang="en-US" dirty="0"/>
              <a:t>Memorizer: if a set of features exists in the </a:t>
            </a:r>
            <a:r>
              <a:rPr lang="en-US" b="1" dirty="0"/>
              <a:t>training</a:t>
            </a:r>
            <a:r>
              <a:rPr lang="en-US" dirty="0"/>
              <a:t> dataset, predict its corresponding label; otherwise, predict the majority vote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second Machine Learning </a:t>
            </a:r>
            <a:br>
              <a:rPr lang="en-US"/>
            </a:br>
            <a:r>
              <a:rPr lang="en-US"/>
              <a:t>Classifier</a:t>
            </a: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7542956A-E35B-93DA-6E33-404D5211293A}"/>
              </a:ext>
            </a:extLst>
          </p:cNvPr>
          <p:cNvGraphicFramePr>
            <a:graphicFrameLocks noGrp="1"/>
          </p:cNvGraphicFramePr>
          <p:nvPr/>
        </p:nvGraphicFramePr>
        <p:xfrm>
          <a:off x="4634680" y="3424492"/>
          <a:ext cx="491331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76283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0E3D9FA-69E0-C0AA-D84F-7443C03DE7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9268" y="351188"/>
                <a:ext cx="7315200" cy="61240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/>
                  </a:buClr>
                  <a:buFont typeface="Wingdings 2" pitchFamily="18" charset="2"/>
                  <a:buChar char=""/>
                  <a:defRPr sz="2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/>
                  <a:t>A </a:t>
                </a:r>
                <a:r>
                  <a:rPr lang="en-US" b="1"/>
                  <a:t>classifier</a:t>
                </a:r>
                <a:r>
                  <a:rPr lang="en-US"/>
                  <a:t> is a function that takes feature values as      input and outputs a label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/>
                  <a:t>Memorizer: if a set of features exists in the </a:t>
                </a:r>
                <a:r>
                  <a:rPr lang="en-US" b="1"/>
                  <a:t>training</a:t>
                </a:r>
                <a:r>
                  <a:rPr lang="en-US"/>
                  <a:t> dataset, predict its corresponding label; otherwise, predict the majority vote</a:t>
                </a:r>
              </a:p>
              <a:p>
                <a:pPr>
                  <a:lnSpc>
                    <a:spcPct val="100000"/>
                  </a:lnSpc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The training error rate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!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0E3D9FA-69E0-C0AA-D84F-7443C03DE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268" y="351188"/>
                <a:ext cx="7315200" cy="6124067"/>
              </a:xfrm>
              <a:prstGeom prst="rect">
                <a:avLst/>
              </a:prstGeom>
              <a:blipFill>
                <a:blip r:embed="rId2"/>
                <a:stretch>
                  <a:fillRect l="-1333" b="-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second Machine Learning </a:t>
            </a:r>
            <a:br>
              <a:rPr lang="en-US"/>
            </a:br>
            <a:r>
              <a:rPr lang="en-US"/>
              <a:t>Classifier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8D3399-A63F-56C1-5B5D-AC69CE323E4B}"/>
              </a:ext>
            </a:extLst>
          </p:cNvPr>
          <p:cNvGraphicFramePr>
            <a:graphicFrameLocks noGrp="1"/>
          </p:cNvGraphicFramePr>
          <p:nvPr/>
        </p:nvGraphicFramePr>
        <p:xfrm>
          <a:off x="4634680" y="3424492"/>
          <a:ext cx="620426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  <a:gridCol w="1290955">
                  <a:extLst>
                    <a:ext uri="{9D8B030D-6E8A-4147-A177-3AD203B41FA5}">
                      <a16:colId xmlns:a16="http://schemas.microsoft.com/office/drawing/2014/main" val="1806943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No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Yes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Yes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Yes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43233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0E3D9FA-69E0-C0AA-D84F-7443C03DE7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9268" y="351188"/>
                <a:ext cx="7315200" cy="61240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/>
                  </a:buClr>
                  <a:buFont typeface="Wingdings 2" pitchFamily="18" charset="2"/>
                  <a:buChar char=""/>
                  <a:defRPr sz="2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/>
                  <a:t>A </a:t>
                </a:r>
                <a:r>
                  <a:rPr lang="en-US" b="1"/>
                  <a:t>classifier</a:t>
                </a:r>
                <a:r>
                  <a:rPr lang="en-US"/>
                  <a:t> is a function that takes feature values as      input and outputs a label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/>
                  <a:t>Memorizer: if a set of features exists in the </a:t>
                </a:r>
                <a:r>
                  <a:rPr lang="en-US" b="1"/>
                  <a:t>training</a:t>
                </a:r>
                <a:r>
                  <a:rPr lang="en-US"/>
                  <a:t> dataset, predict its corresponding label; otherwise, predict the majority vote</a:t>
                </a:r>
              </a:p>
              <a:p>
                <a:pPr>
                  <a:lnSpc>
                    <a:spcPct val="100000"/>
                  </a:lnSpc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The training error rate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!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0E3D9FA-69E0-C0AA-D84F-7443C03DE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268" y="351188"/>
                <a:ext cx="7315200" cy="6124067"/>
              </a:xfrm>
              <a:prstGeom prst="rect">
                <a:avLst/>
              </a:prstGeom>
              <a:blipFill>
                <a:blip r:embed="rId2"/>
                <a:stretch>
                  <a:fillRect l="-1333" b="-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the memorizer learning?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8D3399-A63F-56C1-5B5D-AC69CE323E4B}"/>
              </a:ext>
            </a:extLst>
          </p:cNvPr>
          <p:cNvGraphicFramePr>
            <a:graphicFrameLocks noGrp="1"/>
          </p:cNvGraphicFramePr>
          <p:nvPr/>
        </p:nvGraphicFramePr>
        <p:xfrm>
          <a:off x="4634680" y="3424492"/>
          <a:ext cx="620426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130">
                  <a:extLst>
                    <a:ext uri="{9D8B030D-6E8A-4147-A177-3AD203B41FA5}">
                      <a16:colId xmlns:a16="http://schemas.microsoft.com/office/drawing/2014/main" val="190349313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781185724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396712265"/>
                    </a:ext>
                  </a:extLst>
                </a:gridCol>
                <a:gridCol w="1057593">
                  <a:extLst>
                    <a:ext uri="{9D8B030D-6E8A-4147-A177-3AD203B41FA5}">
                      <a16:colId xmlns:a16="http://schemas.microsoft.com/office/drawing/2014/main" val="2690749147"/>
                    </a:ext>
                  </a:extLst>
                </a:gridCol>
                <a:gridCol w="1290955">
                  <a:extLst>
                    <a:ext uri="{9D8B030D-6E8A-4147-A177-3AD203B41FA5}">
                      <a16:colId xmlns:a16="http://schemas.microsoft.com/office/drawing/2014/main" val="1806943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Family</a:t>
                      </a:r>
                      <a:br>
                        <a:rPr lang="en-US" b="0"/>
                      </a:br>
                      <a:r>
                        <a:rPr lang="en-US" b="0"/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Resting Blood </a:t>
                      </a:r>
                      <a:br>
                        <a:rPr lang="en-US" b="0"/>
                      </a:br>
                      <a:r>
                        <a:rPr lang="en-US" b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Cholesterol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Heart </a:t>
                      </a:r>
                      <a:br>
                        <a:rPr lang="en-US" b="0"/>
                      </a:br>
                      <a:r>
                        <a:rPr lang="en-US" b="0"/>
                        <a:t>Disease?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87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No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Yes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14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Yes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7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Abnormal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Yes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522636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second Machine Learning </a:t>
            </a:r>
            <a:br>
              <a:rPr lang="en-US"/>
            </a:br>
            <a:r>
              <a:rPr lang="en-US"/>
              <a:t>Classifier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3D50D8-8985-8DD6-F6E9-22D93C9B8CAD}"/>
              </a:ext>
            </a:extLst>
          </p:cNvPr>
          <p:cNvSpPr txBox="1">
            <a:spLocks/>
          </p:cNvSpPr>
          <p:nvPr/>
        </p:nvSpPr>
        <p:spPr>
          <a:xfrm>
            <a:off x="3869268" y="287688"/>
            <a:ext cx="7315200" cy="5486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/>
              <a:t>A </a:t>
            </a:r>
            <a:r>
              <a:rPr lang="en-US" b="1"/>
              <a:t>classifier</a:t>
            </a:r>
            <a:r>
              <a:rPr lang="en-US"/>
              <a:t> is a function that takes feature values as      input and outputs a label</a:t>
            </a:r>
          </a:p>
          <a:p>
            <a:pPr>
              <a:lnSpc>
                <a:spcPct val="130000"/>
              </a:lnSpc>
            </a:pPr>
            <a:r>
              <a:rPr lang="en-US"/>
              <a:t>Memorizer: if a set of features exists in the </a:t>
            </a:r>
            <a:r>
              <a:rPr lang="en-US" b="1"/>
              <a:t>training</a:t>
            </a:r>
            <a:r>
              <a:rPr lang="en-US"/>
              <a:t> dataset, predict its corresponding label; otherwise, predict the majority vote</a:t>
            </a:r>
          </a:p>
          <a:p>
            <a:pPr>
              <a:lnSpc>
                <a:spcPct val="130000"/>
              </a:lnSpc>
            </a:pPr>
            <a:r>
              <a:rPr lang="en-US"/>
              <a:t>The memorizer (typically) does not </a:t>
            </a:r>
            <a:r>
              <a:rPr lang="en-US" b="1"/>
              <a:t>generalize</a:t>
            </a:r>
            <a:r>
              <a:rPr lang="en-US"/>
              <a:t> well, i.e., it does not perform well on unseen data points</a:t>
            </a:r>
          </a:p>
          <a:p>
            <a:pPr>
              <a:lnSpc>
                <a:spcPct val="130000"/>
              </a:lnSpc>
            </a:pPr>
            <a:r>
              <a:rPr lang="en-US"/>
              <a:t>In some sense, good generalization, i.e., the ability to make accurate predictions given a small training dataset, is the whole point of machine learning!</a:t>
            </a:r>
          </a:p>
        </p:txBody>
      </p:sp>
    </p:spTree>
    <p:extLst>
      <p:ext uri="{BB962C8B-B14F-4D97-AF65-F5344CB8AC3E}">
        <p14:creationId xmlns:p14="http://schemas.microsoft.com/office/powerpoint/2010/main" val="35575903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0E3D9FA-69E0-C0AA-D84F-7443C03DE7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3555" y="678307"/>
                <a:ext cx="7403569" cy="549224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/>
                  </a:buClr>
                  <a:buFont typeface="Wingdings 2" pitchFamily="18" charset="2"/>
                  <a:buChar char=""/>
                  <a:defRPr sz="2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/>
                  <a:t>Feature space,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endParaRPr lang="en-US"/>
              </a:p>
              <a:p>
                <a:pPr>
                  <a:lnSpc>
                    <a:spcPct val="130000"/>
                  </a:lnSpc>
                </a:pPr>
                <a:r>
                  <a:rPr lang="en-US"/>
                  <a:t>Label space,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/>
                  <a:t>(Unknown) Target function,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>
                    <a:ea typeface="Cambria Math" panose="02040503050406030204" pitchFamily="18" charset="0"/>
                  </a:rPr>
                  <a:t>Training dataset: </a:t>
                </a:r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𝒟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…,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>
                  <a:lnSpc>
                    <a:spcPct val="130000"/>
                  </a:lnSpc>
                </a:pPr>
                <a:r>
                  <a:rPr lang="en-US"/>
                  <a:t>Data point: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/>
                  <a:t>Classifier,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endParaRPr lang="en-US"/>
              </a:p>
              <a:p>
                <a:pPr>
                  <a:lnSpc>
                    <a:spcPct val="130000"/>
                  </a:lnSpc>
                </a:pPr>
                <a:r>
                  <a:rPr lang="en-US"/>
                  <a:t>Goal: find a classifier,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/>
                  <a:t>, that best approximates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0E3D9FA-69E0-C0AA-D84F-7443C03DE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555" y="678307"/>
                <a:ext cx="7403569" cy="5492242"/>
              </a:xfrm>
              <a:prstGeom prst="rect">
                <a:avLst/>
              </a:prstGeom>
              <a:blipFill>
                <a:blip r:embed="rId3"/>
                <a:stretch>
                  <a:fillRect l="-1317" t="-222" b="-3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Notation</a:t>
            </a:r>
            <a:br>
              <a:rPr lang="en-US"/>
            </a:b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6C7D2CA-98B7-3D6D-1081-05A0638BA809}"/>
                  </a:ext>
                </a:extLst>
              </p14:cNvPr>
              <p14:cNvContentPartPr/>
              <p14:nvPr/>
            </p14:nvContentPartPr>
            <p14:xfrm>
              <a:off x="8866800" y="2675520"/>
              <a:ext cx="1947960" cy="2597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6C7D2CA-98B7-3D6D-1081-05A0638BA8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57440" y="2666160"/>
                <a:ext cx="1966680" cy="261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26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25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25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25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25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0E3D9FA-69E0-C0AA-D84F-7443C03DE7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6200" y="427482"/>
                <a:ext cx="7317845" cy="599389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/>
                  </a:buClr>
                  <a:buFont typeface="Wingdings 2" pitchFamily="18" charset="2"/>
                  <a:buChar char=""/>
                  <a:defRPr sz="2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/>
                  <a:t>Loss function,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/>
              </a:p>
              <a:p>
                <a:pPr lvl="1">
                  <a:lnSpc>
                    <a:spcPct val="130000"/>
                  </a:lnSpc>
                </a:pPr>
                <a:r>
                  <a:rPr lang="en-US" sz="2400"/>
                  <a:t>Defines how “bad” predictions,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/>
                  <a:t>, are compared to the true labels,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/>
              </a:p>
              <a:p>
                <a:pPr lvl="1">
                  <a:lnSpc>
                    <a:spcPct val="130000"/>
                  </a:lnSpc>
                </a:pPr>
                <a:r>
                  <a:rPr lang="en-US" sz="2400"/>
                  <a:t>Common choices</a:t>
                </a:r>
              </a:p>
              <a:p>
                <a:pPr marL="960120" lvl="1" indent="-45720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sz="2400"/>
                  <a:t>Squared loss (for regression):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i="1"/>
              </a:p>
              <a:p>
                <a:pPr marL="960120" lvl="1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400"/>
                  <a:t>Binary or 0-1 loss (for classification):</a:t>
                </a:r>
                <a:br>
                  <a:rPr lang="en-US" sz="240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i="0" smtClean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𝟙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acc>
                          <m:accPr>
                            <m:chr m:val="̂"/>
                            <m:ctrlP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a:rPr lang="en-US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en-US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sz="2400"/>
              </a:p>
              <a:p>
                <a:pPr>
                  <a:lnSpc>
                    <a:spcPct val="130000"/>
                  </a:lnSpc>
                </a:pPr>
                <a:r>
                  <a:rPr lang="en-US"/>
                  <a:t>Error rate: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𝑒𝑟𝑟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m:t>𝟙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0E3D9FA-69E0-C0AA-D84F-7443C03DE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27482"/>
                <a:ext cx="7317845" cy="5993892"/>
              </a:xfrm>
              <a:prstGeom prst="rect">
                <a:avLst/>
              </a:prstGeom>
              <a:blipFill>
                <a:blip r:embed="rId3"/>
                <a:stretch>
                  <a:fillRect l="-1333" r="-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Notation</a:t>
            </a:r>
            <a:br>
              <a:rPr lang="en-US"/>
            </a:b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6C45C83-E2BD-627A-4274-25C3AD37027E}"/>
                  </a:ext>
                </a:extLst>
              </p14:cNvPr>
              <p14:cNvContentPartPr/>
              <p14:nvPr/>
            </p14:nvContentPartPr>
            <p14:xfrm>
              <a:off x="6422040" y="605880"/>
              <a:ext cx="3600000" cy="5831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6C45C83-E2BD-627A-4274-25C3AD3702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12680" y="596520"/>
                <a:ext cx="3618720" cy="585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60761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5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5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0E3D9FA-69E0-C0AA-D84F-7443C03DE7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3077" y="496890"/>
                <a:ext cx="7585497" cy="61134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/>
                  </a:buClr>
                  <a:buFont typeface="Wingdings 2" pitchFamily="18" charset="2"/>
                  <a:buChar char=""/>
                  <a:defRPr sz="2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endParaRPr lang="en-US"/>
              </a:p>
              <a:p>
                <a:pPr>
                  <a:lnSpc>
                    <a:spcPct val="130000"/>
                  </a:lnSpc>
                </a:pPr>
                <a:endParaRPr lang="en-US"/>
              </a:p>
              <a:p>
                <a:pPr>
                  <a:lnSpc>
                    <a:spcPct val="100000"/>
                  </a:lnSpc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b="0" i="1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b="0"/>
                  <a:t>and</a:t>
                </a:r>
                <a:r>
                  <a:rPr lang="en-US" b="0" i="1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“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”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“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Medium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”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“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Normal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”</m:t>
                        </m:r>
                      </m:e>
                    </m:d>
                  </m:oMath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0E3D9FA-69E0-C0AA-D84F-7443C03DE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077" y="496890"/>
                <a:ext cx="7585497" cy="6113462"/>
              </a:xfrm>
              <a:prstGeom prst="rect">
                <a:avLst/>
              </a:prstGeom>
              <a:blipFill>
                <a:blip r:embed="rId3"/>
                <a:stretch>
                  <a:fillRect l="-1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043C1E-837B-DD06-C54E-C168DB28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Notation: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6">
                <a:extLst>
                  <a:ext uri="{FF2B5EF4-FFF2-40B4-BE49-F238E27FC236}">
                    <a16:creationId xmlns:a16="http://schemas.microsoft.com/office/drawing/2014/main" id="{7542956A-E35B-93DA-6E33-404D521129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0216512"/>
                  </p:ext>
                </p:extLst>
              </p:nvPr>
            </p:nvGraphicFramePr>
            <p:xfrm>
              <a:off x="5300132" y="1527775"/>
              <a:ext cx="6204268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  <a:gridCol w="1290955">
                      <a:extLst>
                        <a:ext uri="{9D8B030D-6E8A-4147-A177-3AD203B41FA5}">
                          <a16:colId xmlns:a16="http://schemas.microsoft.com/office/drawing/2014/main" val="36612217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Family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History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Resting Blood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Pressure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Cholesterol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Heart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Disease?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Predictions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6">
                <a:extLst>
                  <a:ext uri="{FF2B5EF4-FFF2-40B4-BE49-F238E27FC236}">
                    <a16:creationId xmlns:a16="http://schemas.microsoft.com/office/drawing/2014/main" id="{7542956A-E35B-93DA-6E33-404D521129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0216512"/>
                  </p:ext>
                </p:extLst>
              </p:nvPr>
            </p:nvGraphicFramePr>
            <p:xfrm>
              <a:off x="5300132" y="1527775"/>
              <a:ext cx="6204268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  <a:gridCol w="1290955">
                      <a:extLst>
                        <a:ext uri="{9D8B030D-6E8A-4147-A177-3AD203B41FA5}">
                          <a16:colId xmlns:a16="http://schemas.microsoft.com/office/drawing/2014/main" val="366122171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67" t="-2000" r="-582000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8077" t="-2000" r="-235769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4305" t="-2000" r="-174888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4368" t="-2000" r="-124138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1132" t="-2000" r="-1887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24F96A66-9853-66F4-CC37-237ED8646F88}"/>
              </a:ext>
            </a:extLst>
          </p:cNvPr>
          <p:cNvSpPr/>
          <p:nvPr/>
        </p:nvSpPr>
        <p:spPr>
          <a:xfrm>
            <a:off x="5300132" y="2785566"/>
            <a:ext cx="3859477" cy="414337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90DD76-C112-CF3C-AF20-FEADC855C70B}"/>
                  </a:ext>
                </a:extLst>
              </p:cNvPr>
              <p:cNvSpPr txBox="1"/>
              <p:nvPr/>
            </p:nvSpPr>
            <p:spPr>
              <a:xfrm>
                <a:off x="4739926" y="2831469"/>
                <a:ext cx="429798" cy="295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90DD76-C112-CF3C-AF20-FEADC855C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926" y="2831469"/>
                <a:ext cx="429798" cy="295594"/>
              </a:xfrm>
              <a:prstGeom prst="rect">
                <a:avLst/>
              </a:prstGeom>
              <a:blipFill>
                <a:blip r:embed="rId5"/>
                <a:stretch>
                  <a:fillRect l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637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25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5FE865F-815A-4BA3-47FC-90CEBB7A0C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9265" y="950343"/>
                <a:ext cx="7775045" cy="512064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/>
                  </a:buClr>
                  <a:buFont typeface="Wingdings 2" pitchFamily="18" charset="2"/>
                  <a:buChar char=""/>
                  <a:defRPr sz="2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1pPr>
                <a:lvl2pPr marL="6858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2pPr>
                <a:lvl3pPr marL="11430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3pPr>
                <a:lvl4pPr marL="16002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4pPr>
                <a:lvl5pPr marL="2057400" indent="-18288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Alright, let’s actually (try to) extract a pattern from the data</a:t>
                </a:r>
              </a:p>
              <a:p>
                <a:pPr>
                  <a:lnSpc>
                    <a:spcPct val="110000"/>
                  </a:lnSpc>
                </a:pPr>
                <a:endParaRPr lang="en-US"/>
              </a:p>
              <a:p>
                <a:pPr>
                  <a:lnSpc>
                    <a:spcPct val="110000"/>
                  </a:lnSpc>
                </a:pPr>
                <a:endParaRPr lang="en-US"/>
              </a:p>
              <a:p>
                <a:pPr>
                  <a:lnSpc>
                    <a:spcPct val="110000"/>
                  </a:lnSpc>
                </a:pPr>
                <a:endParaRPr lang="en-US"/>
              </a:p>
              <a:p>
                <a:pPr>
                  <a:lnSpc>
                    <a:spcPct val="110000"/>
                  </a:lnSpc>
                </a:pPr>
                <a:endParaRPr lang="en-US"/>
              </a:p>
              <a:p>
                <a:pPr>
                  <a:lnSpc>
                    <a:spcPct val="110000"/>
                  </a:lnSpc>
                </a:pPr>
                <a:endParaRPr lang="en-US"/>
              </a:p>
              <a:p>
                <a:endParaRPr lang="en-US"/>
              </a:p>
              <a:p>
                <a:pPr>
                  <a:lnSpc>
                    <a:spcPct val="140000"/>
                  </a:lnSpc>
                </a:pPr>
                <a:r>
                  <a:rPr lang="en-US"/>
                  <a:t>Decision stump: based on a single feature,</a:t>
                </a:r>
                <a:r>
                  <a:rPr lang="en-US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/>
                  <a:t>, predict the most common label in the training dataset among all data points that have the same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5FE865F-815A-4BA3-47FC-90CEBB7A0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265" y="950343"/>
                <a:ext cx="7775045" cy="5120640"/>
              </a:xfrm>
              <a:prstGeom prst="rect">
                <a:avLst/>
              </a:prstGeom>
              <a:blipFill>
                <a:blip r:embed="rId3"/>
                <a:stretch>
                  <a:fillRect l="-1255" t="-3690" r="-157" b="-4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6CD1E15-E27A-4AF4-6C08-AF0E8A85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third Machine Learning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ED2874F2-C830-6BA6-46EF-2A9B54E6C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4101926"/>
                  </p:ext>
                </p:extLst>
              </p:nvPr>
            </p:nvGraphicFramePr>
            <p:xfrm>
              <a:off x="5300132" y="1527775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Family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History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Resting Blood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Pressure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Cholesterol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Heart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Disease?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ED2874F2-C830-6BA6-46EF-2A9B54E6C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4101926"/>
                  </p:ext>
                </p:extLst>
              </p:nvPr>
            </p:nvGraphicFramePr>
            <p:xfrm>
              <a:off x="5300132" y="1527775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67" t="-667" r="-440667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8077" t="-667" r="-15423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4305" t="-667" r="-7982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4368" t="-667" r="-2299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2370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1008E48-A4AF-A7A6-FD14-9D38D5539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394494"/>
                  </p:ext>
                </p:extLst>
              </p:nvPr>
            </p:nvGraphicFramePr>
            <p:xfrm>
              <a:off x="5300132" y="1527775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Family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History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Resting Blood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Pressure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Cholesterol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Heart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Disease?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1008E48-A4AF-A7A6-FD14-9D38D5539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394494"/>
                  </p:ext>
                </p:extLst>
              </p:nvPr>
            </p:nvGraphicFramePr>
            <p:xfrm>
              <a:off x="5300132" y="1527775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67" t="-667" r="-440667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8077" t="-667" r="-15423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4305" t="-667" r="-7982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64368" t="-667" r="-2299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6CD1E15-E27A-4AF4-6C08-AF0E8A85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Our third Machine Learning Classifier: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AF153-7163-6854-52BC-BB61FAFF6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7" y="864108"/>
                <a:ext cx="7775045" cy="5120640"/>
              </a:xfrm>
            </p:spPr>
            <p:txBody>
              <a:bodyPr>
                <a:noAutofit/>
              </a:bodyPr>
              <a:lstStyle/>
              <a:p>
                <a:r>
                  <a:rPr lang="en-US"/>
                  <a:t>Alright, let’s actually (try to) extract a pattern from the data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/>
                  <a:t>Decision stump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: 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??? 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“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Yes</m:t>
                            </m:r>
                            <m:r>
                              <a:rPr lang="en-US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”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</m:t>
                            </m:r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??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otherwise</m:t>
                            </m:r>
                            <m:r>
                              <a:rPr lang="en-US" b="0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</m:eqArr>
                      </m:e>
                    </m:d>
                  </m:oMath>
                </a14:m>
                <a:br>
                  <a:rPr lang="en-US"/>
                </a:b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AF153-7163-6854-52BC-BB61FAFF6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7" y="864108"/>
                <a:ext cx="7775045" cy="5120640"/>
              </a:xfrm>
              <a:blipFill>
                <a:blip r:embed="rId4"/>
                <a:stretch>
                  <a:fillRect l="-1255" t="-1905" r="-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F6B9DD4-D4CD-DACA-A378-BAC442472F38}"/>
              </a:ext>
            </a:extLst>
          </p:cNvPr>
          <p:cNvSpPr/>
          <p:nvPr/>
        </p:nvSpPr>
        <p:spPr>
          <a:xfrm>
            <a:off x="8777861" y="5209674"/>
            <a:ext cx="1828800" cy="385011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B0460-4A5F-D6EA-049F-E05461DCD8B6}"/>
              </a:ext>
            </a:extLst>
          </p:cNvPr>
          <p:cNvSpPr/>
          <p:nvPr/>
        </p:nvSpPr>
        <p:spPr>
          <a:xfrm>
            <a:off x="5290963" y="3541295"/>
            <a:ext cx="4922482" cy="751070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B3ABB5-B8B0-8C90-ACF1-0348DDBAA4D5}"/>
              </a:ext>
            </a:extLst>
          </p:cNvPr>
          <p:cNvSpPr/>
          <p:nvPr/>
        </p:nvSpPr>
        <p:spPr>
          <a:xfrm>
            <a:off x="5300132" y="2442607"/>
            <a:ext cx="4922482" cy="357522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D32A74-AC6E-A3E9-A911-727A6920A617}"/>
                  </a:ext>
                </a:extLst>
              </p14:cNvPr>
              <p14:cNvContentPartPr/>
              <p14:nvPr/>
            </p14:nvContentPartPr>
            <p14:xfrm>
              <a:off x="8178120" y="5529240"/>
              <a:ext cx="704520" cy="448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D32A74-AC6E-A3E9-A911-727A6920A61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68760" y="5519880"/>
                <a:ext cx="723240" cy="46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32431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1008E48-A4AF-A7A6-FD14-9D38D553991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00132" y="1527775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Family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History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Resting Blood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Pressure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Cholesterol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Heart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Disease?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1008E48-A4AF-A7A6-FD14-9D38D553991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00132" y="1527775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67" t="-667" r="-440667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8077" t="-667" r="-15423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4305" t="-667" r="-7982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64368" t="-667" r="-2299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6CD1E15-E27A-4AF4-6C08-AF0E8A85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Our third Machine Learning Classifier: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AF153-7163-6854-52BC-BB61FAFF6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7" y="864108"/>
                <a:ext cx="7775045" cy="5120640"/>
              </a:xfrm>
            </p:spPr>
            <p:txBody>
              <a:bodyPr>
                <a:noAutofit/>
              </a:bodyPr>
              <a:lstStyle/>
              <a:p>
                <a:r>
                  <a:rPr lang="en-US"/>
                  <a:t>Alright, let’s actually (try to) extract a pattern from the data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/>
                  <a:t>Decision stump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: 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“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Yes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”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“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Yes</m:t>
                            </m:r>
                            <m:r>
                              <a:rPr lang="en-US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”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</m:t>
                            </m:r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??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otherwise</m:t>
                            </m:r>
                            <m:r>
                              <a:rPr lang="en-US" b="0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</m:eqArr>
                      </m:e>
                    </m:d>
                  </m:oMath>
                </a14:m>
                <a:br>
                  <a:rPr lang="en-US"/>
                </a:b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AF153-7163-6854-52BC-BB61FAFF6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7" y="864108"/>
                <a:ext cx="7775045" cy="5120640"/>
              </a:xfrm>
              <a:blipFill>
                <a:blip r:embed="rId4"/>
                <a:stretch>
                  <a:fillRect l="-1255" t="-1905" r="-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F6B9DD4-D4CD-DACA-A378-BAC442472F38}"/>
              </a:ext>
            </a:extLst>
          </p:cNvPr>
          <p:cNvSpPr/>
          <p:nvPr/>
        </p:nvSpPr>
        <p:spPr>
          <a:xfrm>
            <a:off x="8777861" y="5583007"/>
            <a:ext cx="1828800" cy="385011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B0460-4A5F-D6EA-049F-E05461DCD8B6}"/>
              </a:ext>
            </a:extLst>
          </p:cNvPr>
          <p:cNvSpPr/>
          <p:nvPr/>
        </p:nvSpPr>
        <p:spPr>
          <a:xfrm>
            <a:off x="5290963" y="2820618"/>
            <a:ext cx="4922482" cy="726685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865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1008E48-A4AF-A7A6-FD14-9D38D553991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00132" y="1527775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Family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History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Resting Blood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Pressure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Cholesterol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Heart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Disease?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1008E48-A4AF-A7A6-FD14-9D38D553991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00132" y="1527775"/>
              <a:ext cx="4913313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67" t="-667" r="-440667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8077" t="-667" r="-15423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4305" t="-667" r="-79821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64368" t="-667" r="-2299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6CD1E15-E27A-4AF4-6C08-AF0E8A85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Our third Machine Learning Classifier: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AF153-7163-6854-52BC-BB61FAFF6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7" y="864108"/>
                <a:ext cx="7775045" cy="5120640"/>
              </a:xfrm>
            </p:spPr>
            <p:txBody>
              <a:bodyPr>
                <a:noAutofit/>
              </a:bodyPr>
              <a:lstStyle/>
              <a:p>
                <a:r>
                  <a:rPr lang="en-US"/>
                  <a:t>Alright, let’s actually (try to) extract a pattern from the data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>
                  <a:lnSpc>
                    <a:spcPct val="100000"/>
                  </a:lnSpc>
                </a:pPr>
                <a:r>
                  <a:rPr lang="en-US"/>
                  <a:t>Decision stump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: 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“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Yes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”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“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Yes</m:t>
                            </m:r>
                            <m:r>
                              <a:rPr lang="en-US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”</m:t>
                            </m:r>
                          </m:e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“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No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”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otherwise</m:t>
                            </m:r>
                            <m:r>
                              <a:rPr lang="en-US" b="0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</m:eqArr>
                      </m:e>
                    </m:d>
                  </m:oMath>
                </a14:m>
                <a:br>
                  <a:rPr lang="en-US"/>
                </a:b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AF153-7163-6854-52BC-BB61FAFF6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7" y="864108"/>
                <a:ext cx="7775045" cy="5120640"/>
              </a:xfrm>
              <a:blipFill>
                <a:blip r:embed="rId4"/>
                <a:stretch>
                  <a:fillRect l="-1255" t="-1905" r="-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256180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AF153-7163-6854-52BC-BB61FAFF6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7" y="864108"/>
                <a:ext cx="7775045" cy="5120640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Alright, let’s actually (try to) extract a pattern from the data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“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Yes</m:t>
                              </m:r>
                              <m:r>
                                <a:rPr 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”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“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Yes</m:t>
                              </m:r>
                              <m: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”</m:t>
                              </m:r>
                            </m:e>
                            <m:e>
                              <m:r>
                                <a:rPr 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“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No</m:t>
                              </m:r>
                              <m:r>
                                <a:rPr 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”</m:t>
                              </m:r>
                              <m: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AF153-7163-6854-52BC-BB61FAFF6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7" y="864108"/>
                <a:ext cx="7775045" cy="5120640"/>
              </a:xfrm>
              <a:blipFill>
                <a:blip r:embed="rId3"/>
                <a:stretch>
                  <a:fillRect l="-1255" t="-1905" r="-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1008E48-A4AF-A7A6-FD14-9D38D5539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771194"/>
                  </p:ext>
                </p:extLst>
              </p:nvPr>
            </p:nvGraphicFramePr>
            <p:xfrm>
              <a:off x="5300131" y="1527775"/>
              <a:ext cx="6204268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  <a:gridCol w="1290955">
                      <a:extLst>
                        <a:ext uri="{9D8B030D-6E8A-4147-A177-3AD203B41FA5}">
                          <a16:colId xmlns:a16="http://schemas.microsoft.com/office/drawing/2014/main" val="42086119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Family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History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Resting Blood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Pressure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Cholesterol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Heart </a:t>
                          </a:r>
                          <a:br>
                            <a:rPr lang="en-US" b="0"/>
                          </a:br>
                          <a:r>
                            <a:rPr lang="en-US" b="0"/>
                            <a:t>Disease?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br>
                            <a:rPr lang="en-US" b="0"/>
                          </a:br>
                          <a:r>
                            <a:rPr lang="en-US" b="0"/>
                            <a:t>Predictions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1008E48-A4AF-A7A6-FD14-9D38D55399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771194"/>
                  </p:ext>
                </p:extLst>
              </p:nvPr>
            </p:nvGraphicFramePr>
            <p:xfrm>
              <a:off x="5300131" y="1527775"/>
              <a:ext cx="6204268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3130">
                      <a:extLst>
                        <a:ext uri="{9D8B030D-6E8A-4147-A177-3AD203B41FA5}">
                          <a16:colId xmlns:a16="http://schemas.microsoft.com/office/drawing/2014/main" val="1903493134"/>
                        </a:ext>
                      </a:extLst>
                    </a:gridCol>
                    <a:gridCol w="1584960">
                      <a:extLst>
                        <a:ext uri="{9D8B030D-6E8A-4147-A177-3AD203B41FA5}">
                          <a16:colId xmlns:a16="http://schemas.microsoft.com/office/drawing/2014/main" val="3781185724"/>
                        </a:ext>
                      </a:extLst>
                    </a:gridCol>
                    <a:gridCol w="1357630">
                      <a:extLst>
                        <a:ext uri="{9D8B030D-6E8A-4147-A177-3AD203B41FA5}">
                          <a16:colId xmlns:a16="http://schemas.microsoft.com/office/drawing/2014/main" val="396712265"/>
                        </a:ext>
                      </a:extLst>
                    </a:gridCol>
                    <a:gridCol w="1057593">
                      <a:extLst>
                        <a:ext uri="{9D8B030D-6E8A-4147-A177-3AD203B41FA5}">
                          <a16:colId xmlns:a16="http://schemas.microsoft.com/office/drawing/2014/main" val="2690749147"/>
                        </a:ext>
                      </a:extLst>
                    </a:gridCol>
                    <a:gridCol w="1290955">
                      <a:extLst>
                        <a:ext uri="{9D8B030D-6E8A-4147-A177-3AD203B41FA5}">
                          <a16:colId xmlns:a16="http://schemas.microsoft.com/office/drawing/2014/main" val="4208611921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67" t="-2000" r="-582000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8077" t="-2000" r="-235769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4305" t="-2000" r="-174888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4368" t="-2000" r="-124138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1132" t="-2000" r="-1887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87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0378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957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14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679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Abnormal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1823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6CD1E15-E27A-4AF4-6C08-AF0E8A85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Our third Machine Learning Classifier: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AFE1679C-4BE8-D681-D255-DB1036DD68DE}"/>
                  </a:ext>
                </a:extLst>
              </p:cNvPr>
              <p:cNvSpPr/>
              <p:nvPr/>
            </p:nvSpPr>
            <p:spPr>
              <a:xfrm>
                <a:off x="7116708" y="4562337"/>
                <a:ext cx="1280160" cy="578224"/>
              </a:xfrm>
              <a:prstGeom prst="roundRect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AFE1679C-4BE8-D681-D255-DB1036DD68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708" y="4562337"/>
                <a:ext cx="1280160" cy="57822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0C16F9AC-E3A8-1539-A689-461365C6E3EE}"/>
              </a:ext>
            </a:extLst>
          </p:cNvPr>
          <p:cNvSpPr/>
          <p:nvPr/>
        </p:nvSpPr>
        <p:spPr>
          <a:xfrm>
            <a:off x="5836548" y="5626152"/>
            <a:ext cx="1280160" cy="735479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“Yes”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4B713B-9D8D-951D-82BA-2531A49A4667}"/>
              </a:ext>
            </a:extLst>
          </p:cNvPr>
          <p:cNvSpPr/>
          <p:nvPr/>
        </p:nvSpPr>
        <p:spPr>
          <a:xfrm>
            <a:off x="8396868" y="5617008"/>
            <a:ext cx="1280160" cy="735479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“No”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53FAC8-CF1F-B24C-B741-B4D809AE1030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6476628" y="5135989"/>
            <a:ext cx="640080" cy="490163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AE71A3-476E-1DAC-5532-CF3FB756DC37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8396868" y="5133703"/>
            <a:ext cx="640080" cy="483305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1672ABD-1FAA-D210-0589-F632139CD405}"/>
              </a:ext>
            </a:extLst>
          </p:cNvPr>
          <p:cNvSpPr txBox="1"/>
          <p:nvPr/>
        </p:nvSpPr>
        <p:spPr>
          <a:xfrm>
            <a:off x="6182846" y="4975513"/>
            <a:ext cx="859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“Yes”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93A99B-3BED-394C-2CA9-5D11E81ABA64}"/>
              </a:ext>
            </a:extLst>
          </p:cNvPr>
          <p:cNvSpPr txBox="1"/>
          <p:nvPr/>
        </p:nvSpPr>
        <p:spPr>
          <a:xfrm>
            <a:off x="8497744" y="4977886"/>
            <a:ext cx="859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“No”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29117F-93AD-5C94-521C-A33A284BC1C2}"/>
              </a:ext>
            </a:extLst>
          </p:cNvPr>
          <p:cNvSpPr/>
          <p:nvPr/>
        </p:nvSpPr>
        <p:spPr>
          <a:xfrm>
            <a:off x="5300131" y="4403189"/>
            <a:ext cx="4856743" cy="2082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BF548F9-CF46-FE77-EFF3-5808CDC4A154}"/>
                  </a:ext>
                </a:extLst>
              </p14:cNvPr>
              <p14:cNvContentPartPr/>
              <p14:nvPr/>
            </p14:nvContentPartPr>
            <p14:xfrm>
              <a:off x="5515920" y="4283640"/>
              <a:ext cx="5079240" cy="249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BF548F9-CF46-FE77-EFF3-5808CDC4A1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06560" y="4274280"/>
                <a:ext cx="5097960" cy="26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3859960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D1E15-E27A-4AF4-6C08-AF0E8A85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Decision Stumps: Questions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AF153-7163-6854-52BC-BB61FAFF6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775045" cy="512064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How can we pick which feature to split on?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Why stop at just one feature?</a:t>
            </a:r>
          </a:p>
        </p:txBody>
      </p:sp>
    </p:spTree>
    <p:extLst>
      <p:ext uri="{BB962C8B-B14F-4D97-AF65-F5344CB8AC3E}">
        <p14:creationId xmlns:p14="http://schemas.microsoft.com/office/powerpoint/2010/main" val="89000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2C19-4F18-D943-CE37-0EE4337C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74ECB-17F9-FC7B-4F20-1E01D08ED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573432" cy="512064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dirty="0"/>
              <a:t>Components of a machine learning problem</a:t>
            </a:r>
          </a:p>
          <a:p>
            <a:pPr>
              <a:lnSpc>
                <a:spcPct val="130000"/>
              </a:lnSpc>
            </a:pPr>
            <a:r>
              <a:rPr lang="en-US" dirty="0"/>
              <a:t>Components of a labelled dataset for supervised learning</a:t>
            </a:r>
          </a:p>
          <a:p>
            <a:pPr>
              <a:lnSpc>
                <a:spcPct val="130000"/>
              </a:lnSpc>
            </a:pPr>
            <a:r>
              <a:rPr lang="en-US" dirty="0"/>
              <a:t>Training vs. test datasets</a:t>
            </a:r>
          </a:p>
          <a:p>
            <a:pPr>
              <a:lnSpc>
                <a:spcPct val="130000"/>
              </a:lnSpc>
            </a:pPr>
            <a:r>
              <a:rPr lang="en-US" dirty="0"/>
              <a:t>Majority vote classifier</a:t>
            </a:r>
          </a:p>
          <a:p>
            <a:pPr>
              <a:lnSpc>
                <a:spcPct val="130000"/>
              </a:lnSpc>
            </a:pPr>
            <a:r>
              <a:rPr lang="en-US" dirty="0"/>
              <a:t>Decision stumps</a:t>
            </a:r>
          </a:p>
        </p:txBody>
      </p:sp>
    </p:spTree>
    <p:extLst>
      <p:ext uri="{BB962C8B-B14F-4D97-AF65-F5344CB8AC3E}">
        <p14:creationId xmlns:p14="http://schemas.microsoft.com/office/powerpoint/2010/main" val="9645818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36D5-4FD3-4472-6799-8CB3E058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9026A-20FC-5DA0-65FE-3B310FA47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lecture slides adapted from the materials shared by Prof. Henry Chai at CMU. </a:t>
            </a:r>
          </a:p>
        </p:txBody>
      </p:sp>
    </p:spTree>
    <p:extLst>
      <p:ext uri="{BB962C8B-B14F-4D97-AF65-F5344CB8AC3E}">
        <p14:creationId xmlns:p14="http://schemas.microsoft.com/office/powerpoint/2010/main" val="190044387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2893</Words>
  <Application>Microsoft Macintosh PowerPoint</Application>
  <PresentationFormat>Widescreen</PresentationFormat>
  <Paragraphs>977</Paragraphs>
  <Slides>48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Cambria Math</vt:lpstr>
      <vt:lpstr>Corbel</vt:lpstr>
      <vt:lpstr>Wingdings 2</vt:lpstr>
      <vt:lpstr>Frame</vt:lpstr>
      <vt:lpstr> COSC 522: Machine Learning Lecture 1 – Introduction</vt:lpstr>
      <vt:lpstr>About the instructor</vt:lpstr>
      <vt:lpstr>  Logistics: Course Syllabus  </vt:lpstr>
      <vt:lpstr>  Logistics: Expected course load </vt:lpstr>
      <vt:lpstr>Logistics: Grading </vt:lpstr>
      <vt:lpstr>Logistics: group project</vt:lpstr>
      <vt:lpstr>Logistics:  Late  Policy</vt:lpstr>
      <vt:lpstr>Logistics:  Collaboration Policy</vt:lpstr>
      <vt:lpstr>Logistics: Technologies </vt:lpstr>
      <vt:lpstr>Logistics: Topics to Cover</vt:lpstr>
      <vt:lpstr>What is Machine Learning? </vt:lpstr>
      <vt:lpstr>  Machine Learning  (A long long time ago…)</vt:lpstr>
      <vt:lpstr>  Machine Learning  (A short time ago…)</vt:lpstr>
      <vt:lpstr>PowerPoint Presentation</vt:lpstr>
      <vt:lpstr>  What is Machine Learning  </vt:lpstr>
      <vt:lpstr> Defining a Machine Learning  Task  (Mitchell, 97)</vt:lpstr>
      <vt:lpstr> Defining a Machine Learning  Task:  Example</vt:lpstr>
      <vt:lpstr> Defining a Machine Learning  Task:  Example</vt:lpstr>
      <vt:lpstr> Defining a Machine Learning  Task:  Example</vt:lpstr>
      <vt:lpstr> Defining a Machine Learning  Task:  Example</vt:lpstr>
      <vt:lpstr>Our first Machine Learning  Task</vt:lpstr>
      <vt:lpstr>Our first Machine Learning  Task</vt:lpstr>
      <vt:lpstr>Our first Machine Learning  Task</vt:lpstr>
      <vt:lpstr>Our first Machine Learning  Task</vt:lpstr>
      <vt:lpstr>Our first Machine Learning  Task</vt:lpstr>
      <vt:lpstr>Our first Machine Learning  Classifier</vt:lpstr>
      <vt:lpstr> Is this a  “good” Classifier?</vt:lpstr>
      <vt:lpstr>Training  vs.  Testing</vt:lpstr>
      <vt:lpstr>Training  vs.  Testing</vt:lpstr>
      <vt:lpstr>Training  vs.  Testing</vt:lpstr>
      <vt:lpstr>A Typical (Supervised) Machine Learning Routine</vt:lpstr>
      <vt:lpstr> Our first Machine Learning  Classifier </vt:lpstr>
      <vt:lpstr> Our first Machine Learning  Classifier </vt:lpstr>
      <vt:lpstr>Our second Machine Learning  Classifier</vt:lpstr>
      <vt:lpstr>Our second Machine Learning  Classifier</vt:lpstr>
      <vt:lpstr>Is the memorizer learning?</vt:lpstr>
      <vt:lpstr>Our second Machine Learning  Classifier</vt:lpstr>
      <vt:lpstr>Notation </vt:lpstr>
      <vt:lpstr>Notation </vt:lpstr>
      <vt:lpstr>Notation: Example</vt:lpstr>
      <vt:lpstr>Our third Machine Learning Classifier</vt:lpstr>
      <vt:lpstr> Our third Machine Learning Classifier: example</vt:lpstr>
      <vt:lpstr> Our third Machine Learning Classifier: example</vt:lpstr>
      <vt:lpstr> Our third Machine Learning Classifier: example</vt:lpstr>
      <vt:lpstr> Our third Machine Learning Classifier: example</vt:lpstr>
      <vt:lpstr> Decision Stumps: Questions </vt:lpstr>
      <vt:lpstr>Key Takeaways</vt:lpstr>
      <vt:lpstr>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417T: Introduction to Machine Learning  Lecture 17: Boosting</dc:title>
  <dc:creator>Chai, Henry</dc:creator>
  <cp:lastModifiedBy>Suya, FNU</cp:lastModifiedBy>
  <cp:revision>68</cp:revision>
  <cp:lastPrinted>2022-05-16T02:36:36Z</cp:lastPrinted>
  <dcterms:created xsi:type="dcterms:W3CDTF">2018-10-30T15:16:05Z</dcterms:created>
  <dcterms:modified xsi:type="dcterms:W3CDTF">2026-08-18T02:49:11Z</dcterms:modified>
</cp:coreProperties>
</file>